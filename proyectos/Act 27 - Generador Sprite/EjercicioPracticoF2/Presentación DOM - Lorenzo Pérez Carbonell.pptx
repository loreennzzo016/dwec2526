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16"/>
  </p:notesMasterIdLst>
  <p:sldIdLst>
    <p:sldId id="256" r:id="rId2"/>
    <p:sldId id="267" r:id="rId3"/>
    <p:sldId id="269" r:id="rId4"/>
    <p:sldId id="268" r:id="rId5"/>
    <p:sldId id="257" r:id="rId6"/>
    <p:sldId id="260" r:id="rId7"/>
    <p:sldId id="261" r:id="rId8"/>
    <p:sldId id="259" r:id="rId9"/>
    <p:sldId id="258" r:id="rId10"/>
    <p:sldId id="262" r:id="rId11"/>
    <p:sldId id="264" r:id="rId12"/>
    <p:sldId id="263" r:id="rId13"/>
    <p:sldId id="265" r:id="rId14"/>
    <p:sldId id="266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6" autoAdjust="0"/>
    <p:restoredTop sz="94660"/>
  </p:normalViewPr>
  <p:slideViewPr>
    <p:cSldViewPr snapToGrid="0">
      <p:cViewPr varScale="1">
        <p:scale>
          <a:sx n="48" d="100"/>
          <a:sy n="48" d="100"/>
        </p:scale>
        <p:origin x="62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87D4A1-0AEB-400F-AA96-DF8B1E0CBB25}" type="doc">
      <dgm:prSet loTypeId="urn:microsoft.com/office/officeart/2005/8/layout/vList2" loCatId="list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2F933F58-67B8-4C9A-8E16-B5ECB336B76A}">
      <dgm:prSet/>
      <dgm:spPr>
        <a:solidFill>
          <a:schemeClr val="bg1"/>
        </a:solidFill>
        <a:ln>
          <a:solidFill>
            <a:schemeClr val="bg1">
              <a:alpha val="0"/>
            </a:schemeClr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s-ES" dirty="0"/>
            <a:t>• El DOM es el </a:t>
          </a:r>
          <a:r>
            <a:rPr lang="es-ES" dirty="0" err="1"/>
            <a:t>Document</a:t>
          </a:r>
          <a:r>
            <a:rPr lang="es-ES" dirty="0"/>
            <a:t> </a:t>
          </a:r>
          <a:r>
            <a:rPr lang="es-ES" dirty="0" err="1"/>
            <a:t>Object</a:t>
          </a:r>
          <a:r>
            <a:rPr lang="es-ES" dirty="0"/>
            <a:t> </a:t>
          </a:r>
          <a:r>
            <a:rPr lang="es-ES" dirty="0" err="1"/>
            <a:t>Model</a:t>
          </a:r>
          <a:r>
            <a:rPr lang="es-ES" dirty="0"/>
            <a:t>.</a:t>
          </a:r>
          <a:endParaRPr lang="en-US" dirty="0"/>
        </a:p>
      </dgm:t>
    </dgm:pt>
    <dgm:pt modelId="{3C2EAD2B-D27F-437B-968D-732F73D6A063}" type="parTrans" cxnId="{A4AF4FC0-FFC5-4E17-95E5-462DDED5C7FB}">
      <dgm:prSet/>
      <dgm:spPr/>
      <dgm:t>
        <a:bodyPr/>
        <a:lstStyle/>
        <a:p>
          <a:endParaRPr lang="en-US"/>
        </a:p>
      </dgm:t>
    </dgm:pt>
    <dgm:pt modelId="{58B8BA29-29FE-4F78-99D3-4A6D112F29B1}" type="sibTrans" cxnId="{A4AF4FC0-FFC5-4E17-95E5-462DDED5C7FB}">
      <dgm:prSet/>
      <dgm:spPr/>
      <dgm:t>
        <a:bodyPr/>
        <a:lstStyle/>
        <a:p>
          <a:endParaRPr lang="en-US"/>
        </a:p>
      </dgm:t>
    </dgm:pt>
    <dgm:pt modelId="{7FCC6794-8EB0-426C-9FD1-900BC19FA1AC}">
      <dgm:prSet/>
      <dgm:spPr>
        <a:solidFill>
          <a:schemeClr val="bg1"/>
        </a:solidFill>
      </dgm:spPr>
      <dgm:t>
        <a:bodyPr/>
        <a:lstStyle/>
        <a:p>
          <a:pPr>
            <a:lnSpc>
              <a:spcPct val="100000"/>
            </a:lnSpc>
          </a:pPr>
          <a:r>
            <a:rPr lang="es-ES" dirty="0"/>
            <a:t>• Representa el HTML como un árbol de nodos.</a:t>
          </a:r>
          <a:endParaRPr lang="en-US" dirty="0"/>
        </a:p>
      </dgm:t>
    </dgm:pt>
    <dgm:pt modelId="{11C9A696-FEE8-4887-9F0E-59760F56E4B4}" type="parTrans" cxnId="{EE75F96C-DF6F-4C56-8D0B-691210301D65}">
      <dgm:prSet/>
      <dgm:spPr/>
      <dgm:t>
        <a:bodyPr/>
        <a:lstStyle/>
        <a:p>
          <a:endParaRPr lang="en-US"/>
        </a:p>
      </dgm:t>
    </dgm:pt>
    <dgm:pt modelId="{46436750-380E-4F7B-8E38-6FDBCCC472B6}" type="sibTrans" cxnId="{EE75F96C-DF6F-4C56-8D0B-691210301D65}">
      <dgm:prSet/>
      <dgm:spPr/>
      <dgm:t>
        <a:bodyPr/>
        <a:lstStyle/>
        <a:p>
          <a:endParaRPr lang="en-US"/>
        </a:p>
      </dgm:t>
    </dgm:pt>
    <dgm:pt modelId="{BE6A7E8E-BD2A-46F1-A52C-C59DFB9D41D4}">
      <dgm:prSet/>
      <dgm:spPr>
        <a:solidFill>
          <a:schemeClr val="tx2">
            <a:lumMod val="10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s-ES" dirty="0"/>
            <a:t>• Cada etiqueta, texto o comentario es un nodo.</a:t>
          </a:r>
          <a:endParaRPr lang="en-US" dirty="0"/>
        </a:p>
      </dgm:t>
    </dgm:pt>
    <dgm:pt modelId="{DF8D10FB-60DF-40A7-A07D-839007D2B0F8}" type="parTrans" cxnId="{1D67A53D-C321-42EE-AA39-6593A8E6865D}">
      <dgm:prSet/>
      <dgm:spPr/>
      <dgm:t>
        <a:bodyPr/>
        <a:lstStyle/>
        <a:p>
          <a:endParaRPr lang="en-US"/>
        </a:p>
      </dgm:t>
    </dgm:pt>
    <dgm:pt modelId="{5D5F40FC-1958-441B-9B76-03AA370D3DB0}" type="sibTrans" cxnId="{1D67A53D-C321-42EE-AA39-6593A8E6865D}">
      <dgm:prSet/>
      <dgm:spPr/>
      <dgm:t>
        <a:bodyPr/>
        <a:lstStyle/>
        <a:p>
          <a:endParaRPr lang="en-US"/>
        </a:p>
      </dgm:t>
    </dgm:pt>
    <dgm:pt modelId="{502C6330-14F4-4630-848C-57A69D91FC91}">
      <dgm:prSet/>
      <dgm:spPr>
        <a:solidFill>
          <a:schemeClr val="bg1"/>
        </a:solidFill>
        <a:ln>
          <a:solidFill>
            <a:schemeClr val="accent1">
              <a:alpha val="0"/>
            </a:schemeClr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s-ES" dirty="0"/>
            <a:t>• Permite manipular el documento desde JavaScript.</a:t>
          </a:r>
          <a:endParaRPr lang="en-US" dirty="0"/>
        </a:p>
      </dgm:t>
    </dgm:pt>
    <dgm:pt modelId="{D2D884ED-5902-48FC-AB2F-5747733EC507}" type="parTrans" cxnId="{FA3F96F6-8113-47AC-A71F-C24F031F897F}">
      <dgm:prSet/>
      <dgm:spPr/>
      <dgm:t>
        <a:bodyPr/>
        <a:lstStyle/>
        <a:p>
          <a:endParaRPr lang="en-US"/>
        </a:p>
      </dgm:t>
    </dgm:pt>
    <dgm:pt modelId="{E9F4FEA0-036D-4689-B215-74323147F4EA}" type="sibTrans" cxnId="{FA3F96F6-8113-47AC-A71F-C24F031F897F}">
      <dgm:prSet/>
      <dgm:spPr/>
      <dgm:t>
        <a:bodyPr/>
        <a:lstStyle/>
        <a:p>
          <a:endParaRPr lang="en-US"/>
        </a:p>
      </dgm:t>
    </dgm:pt>
    <dgm:pt modelId="{8C2C321B-4124-44CF-AE34-FB2F70A11CE4}" type="pres">
      <dgm:prSet presAssocID="{8287D4A1-0AEB-400F-AA96-DF8B1E0CBB25}" presName="linear" presStyleCnt="0">
        <dgm:presLayoutVars>
          <dgm:animLvl val="lvl"/>
          <dgm:resizeHandles val="exact"/>
        </dgm:presLayoutVars>
      </dgm:prSet>
      <dgm:spPr/>
    </dgm:pt>
    <dgm:pt modelId="{81ADC598-9A25-4148-A00B-62A7C3676288}" type="pres">
      <dgm:prSet presAssocID="{2F933F58-67B8-4C9A-8E16-B5ECB336B76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F686AE9-83F4-47C6-B031-68E8EAF8210B}" type="pres">
      <dgm:prSet presAssocID="{58B8BA29-29FE-4F78-99D3-4A6D112F29B1}" presName="spacer" presStyleCnt="0"/>
      <dgm:spPr/>
    </dgm:pt>
    <dgm:pt modelId="{32FB4E6A-FD48-48B6-8F1E-2D154567F9BF}" type="pres">
      <dgm:prSet presAssocID="{BE6A7E8E-BD2A-46F1-A52C-C59DFB9D41D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E102DEA-F927-423D-9CC4-CA7F7C179AF4}" type="pres">
      <dgm:prSet presAssocID="{5D5F40FC-1958-441B-9B76-03AA370D3DB0}" presName="spacer" presStyleCnt="0"/>
      <dgm:spPr/>
    </dgm:pt>
    <dgm:pt modelId="{51C66471-7C28-4630-953B-BBC4F122B60C}" type="pres">
      <dgm:prSet presAssocID="{7FCC6794-8EB0-426C-9FD1-900BC19FA1A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C74F9A6-DCDD-4779-9F0C-2D73C4CEC807}" type="pres">
      <dgm:prSet presAssocID="{46436750-380E-4F7B-8E38-6FDBCCC472B6}" presName="spacer" presStyleCnt="0"/>
      <dgm:spPr/>
    </dgm:pt>
    <dgm:pt modelId="{8E602CB6-803E-4F76-BBED-A7BDE109A1F3}" type="pres">
      <dgm:prSet presAssocID="{502C6330-14F4-4630-848C-57A69D91FC91}" presName="parentText" presStyleLbl="node1" presStyleIdx="3" presStyleCnt="4" custLinFactNeighborX="-10266" custLinFactNeighborY="7002">
        <dgm:presLayoutVars>
          <dgm:chMax val="0"/>
          <dgm:bulletEnabled val="1"/>
        </dgm:presLayoutVars>
      </dgm:prSet>
      <dgm:spPr/>
    </dgm:pt>
  </dgm:ptLst>
  <dgm:cxnLst>
    <dgm:cxn modelId="{0EAD8D12-5620-438A-92DF-2559BEFCB0EA}" type="presOf" srcId="{8287D4A1-0AEB-400F-AA96-DF8B1E0CBB25}" destId="{8C2C321B-4124-44CF-AE34-FB2F70A11CE4}" srcOrd="0" destOrd="0" presId="urn:microsoft.com/office/officeart/2005/8/layout/vList2"/>
    <dgm:cxn modelId="{9337E313-C482-4FCA-9542-26190F3771EC}" type="presOf" srcId="{BE6A7E8E-BD2A-46F1-A52C-C59DFB9D41D4}" destId="{32FB4E6A-FD48-48B6-8F1E-2D154567F9BF}" srcOrd="0" destOrd="0" presId="urn:microsoft.com/office/officeart/2005/8/layout/vList2"/>
    <dgm:cxn modelId="{ABB2E018-FD8E-4ABE-945D-540A008DD478}" type="presOf" srcId="{502C6330-14F4-4630-848C-57A69D91FC91}" destId="{8E602CB6-803E-4F76-BBED-A7BDE109A1F3}" srcOrd="0" destOrd="0" presId="urn:microsoft.com/office/officeart/2005/8/layout/vList2"/>
    <dgm:cxn modelId="{1D67A53D-C321-42EE-AA39-6593A8E6865D}" srcId="{8287D4A1-0AEB-400F-AA96-DF8B1E0CBB25}" destId="{BE6A7E8E-BD2A-46F1-A52C-C59DFB9D41D4}" srcOrd="1" destOrd="0" parTransId="{DF8D10FB-60DF-40A7-A07D-839007D2B0F8}" sibTransId="{5D5F40FC-1958-441B-9B76-03AA370D3DB0}"/>
    <dgm:cxn modelId="{025FF967-5DEA-421B-B76E-DE579F968DD5}" type="presOf" srcId="{2F933F58-67B8-4C9A-8E16-B5ECB336B76A}" destId="{81ADC598-9A25-4148-A00B-62A7C3676288}" srcOrd="0" destOrd="0" presId="urn:microsoft.com/office/officeart/2005/8/layout/vList2"/>
    <dgm:cxn modelId="{BA5D8968-ED63-4A43-A19C-8202CCB0AF20}" type="presOf" srcId="{7FCC6794-8EB0-426C-9FD1-900BC19FA1AC}" destId="{51C66471-7C28-4630-953B-BBC4F122B60C}" srcOrd="0" destOrd="0" presId="urn:microsoft.com/office/officeart/2005/8/layout/vList2"/>
    <dgm:cxn modelId="{EE75F96C-DF6F-4C56-8D0B-691210301D65}" srcId="{8287D4A1-0AEB-400F-AA96-DF8B1E0CBB25}" destId="{7FCC6794-8EB0-426C-9FD1-900BC19FA1AC}" srcOrd="2" destOrd="0" parTransId="{11C9A696-FEE8-4887-9F0E-59760F56E4B4}" sibTransId="{46436750-380E-4F7B-8E38-6FDBCCC472B6}"/>
    <dgm:cxn modelId="{A4AF4FC0-FFC5-4E17-95E5-462DDED5C7FB}" srcId="{8287D4A1-0AEB-400F-AA96-DF8B1E0CBB25}" destId="{2F933F58-67B8-4C9A-8E16-B5ECB336B76A}" srcOrd="0" destOrd="0" parTransId="{3C2EAD2B-D27F-437B-968D-732F73D6A063}" sibTransId="{58B8BA29-29FE-4F78-99D3-4A6D112F29B1}"/>
    <dgm:cxn modelId="{FA3F96F6-8113-47AC-A71F-C24F031F897F}" srcId="{8287D4A1-0AEB-400F-AA96-DF8B1E0CBB25}" destId="{502C6330-14F4-4630-848C-57A69D91FC91}" srcOrd="3" destOrd="0" parTransId="{D2D884ED-5902-48FC-AB2F-5747733EC507}" sibTransId="{E9F4FEA0-036D-4689-B215-74323147F4EA}"/>
    <dgm:cxn modelId="{A9866992-2932-45D1-8B5B-7F70B83CA90F}" type="presParOf" srcId="{8C2C321B-4124-44CF-AE34-FB2F70A11CE4}" destId="{81ADC598-9A25-4148-A00B-62A7C3676288}" srcOrd="0" destOrd="0" presId="urn:microsoft.com/office/officeart/2005/8/layout/vList2"/>
    <dgm:cxn modelId="{68EDAA6C-AACD-45E6-907C-ED6339571964}" type="presParOf" srcId="{8C2C321B-4124-44CF-AE34-FB2F70A11CE4}" destId="{CF686AE9-83F4-47C6-B031-68E8EAF8210B}" srcOrd="1" destOrd="0" presId="urn:microsoft.com/office/officeart/2005/8/layout/vList2"/>
    <dgm:cxn modelId="{B0C8C812-77EB-4A18-8421-576EC95A032D}" type="presParOf" srcId="{8C2C321B-4124-44CF-AE34-FB2F70A11CE4}" destId="{32FB4E6A-FD48-48B6-8F1E-2D154567F9BF}" srcOrd="2" destOrd="0" presId="urn:microsoft.com/office/officeart/2005/8/layout/vList2"/>
    <dgm:cxn modelId="{D8830925-FBEE-41F5-B3D6-582514CC65E1}" type="presParOf" srcId="{8C2C321B-4124-44CF-AE34-FB2F70A11CE4}" destId="{4E102DEA-F927-423D-9CC4-CA7F7C179AF4}" srcOrd="3" destOrd="0" presId="urn:microsoft.com/office/officeart/2005/8/layout/vList2"/>
    <dgm:cxn modelId="{E51C75F1-2E83-426A-918B-A4E7A0B5982B}" type="presParOf" srcId="{8C2C321B-4124-44CF-AE34-FB2F70A11CE4}" destId="{51C66471-7C28-4630-953B-BBC4F122B60C}" srcOrd="4" destOrd="0" presId="urn:microsoft.com/office/officeart/2005/8/layout/vList2"/>
    <dgm:cxn modelId="{BDE89A99-F484-4205-9D0E-464B55369437}" type="presParOf" srcId="{8C2C321B-4124-44CF-AE34-FB2F70A11CE4}" destId="{1C74F9A6-DCDD-4779-9F0C-2D73C4CEC807}" srcOrd="5" destOrd="0" presId="urn:microsoft.com/office/officeart/2005/8/layout/vList2"/>
    <dgm:cxn modelId="{EBC2BBBE-F078-4C37-9C69-4A491C500FF7}" type="presParOf" srcId="{8C2C321B-4124-44CF-AE34-FB2F70A11CE4}" destId="{8E602CB6-803E-4F76-BBED-A7BDE109A1F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00BF66-F216-44B7-9A6F-5B859CBE8487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265F62E-2690-444F-9F7A-0FFA6D4DDA41}">
      <dgm:prSet/>
      <dgm:spPr/>
      <dgm:t>
        <a:bodyPr/>
        <a:lstStyle/>
        <a:p>
          <a:r>
            <a:rPr lang="es-ES" b="1"/>
            <a:t>innerHTML es una propiedad, no un método.</a:t>
          </a:r>
          <a:endParaRPr lang="en-US"/>
        </a:p>
      </dgm:t>
    </dgm:pt>
    <dgm:pt modelId="{2E71CDA6-6EF3-441C-AF61-27F7630BE7DB}" type="parTrans" cxnId="{A8E6D3B0-D34F-4B24-B0BF-E11C5DC6252D}">
      <dgm:prSet/>
      <dgm:spPr/>
      <dgm:t>
        <a:bodyPr/>
        <a:lstStyle/>
        <a:p>
          <a:pPr algn="ctr"/>
          <a:endParaRPr lang="en-US"/>
        </a:p>
      </dgm:t>
    </dgm:pt>
    <dgm:pt modelId="{B4FA34D6-6974-4A5C-84FD-C9296A9D3EEC}" type="sibTrans" cxnId="{A8E6D3B0-D34F-4B24-B0BF-E11C5DC6252D}">
      <dgm:prSet/>
      <dgm:spPr/>
      <dgm:t>
        <a:bodyPr/>
        <a:lstStyle/>
        <a:p>
          <a:endParaRPr lang="en-US"/>
        </a:p>
      </dgm:t>
    </dgm:pt>
    <dgm:pt modelId="{24AD9708-5C1D-4F23-B747-25DFA241BF22}">
      <dgm:prSet/>
      <dgm:spPr/>
      <dgm:t>
        <a:bodyPr/>
        <a:lstStyle/>
        <a:p>
          <a:r>
            <a:rPr lang="es-ES" b="1" dirty="0"/>
            <a:t>Pertenece al objeto Element.</a:t>
          </a:r>
          <a:endParaRPr lang="en-US" dirty="0"/>
        </a:p>
      </dgm:t>
    </dgm:pt>
    <dgm:pt modelId="{BDA703F0-E992-4A46-98F1-DB953787216F}" type="parTrans" cxnId="{B79F9C38-7C94-474A-85D8-35A2E60596EF}">
      <dgm:prSet/>
      <dgm:spPr/>
      <dgm:t>
        <a:bodyPr/>
        <a:lstStyle/>
        <a:p>
          <a:pPr algn="ctr"/>
          <a:endParaRPr lang="en-US"/>
        </a:p>
      </dgm:t>
    </dgm:pt>
    <dgm:pt modelId="{CE327976-22D0-4F06-BAB6-71F59EA8341C}" type="sibTrans" cxnId="{B79F9C38-7C94-474A-85D8-35A2E60596EF}">
      <dgm:prSet/>
      <dgm:spPr/>
      <dgm:t>
        <a:bodyPr/>
        <a:lstStyle/>
        <a:p>
          <a:endParaRPr lang="en-US"/>
        </a:p>
      </dgm:t>
    </dgm:pt>
    <dgm:pt modelId="{5F236FCB-5D9E-43E6-9C76-C0C6FBDBC36F}">
      <dgm:prSet/>
      <dgm:spPr/>
      <dgm:t>
        <a:bodyPr/>
        <a:lstStyle/>
        <a:p>
          <a:r>
            <a:rPr lang="es-ES" b="1"/>
            <a:t>Al asignarle un valor:</a:t>
          </a:r>
          <a:endParaRPr lang="en-US"/>
        </a:p>
      </dgm:t>
    </dgm:pt>
    <dgm:pt modelId="{B516FB37-0C6E-4EAB-9748-822FC54B981D}" type="parTrans" cxnId="{50266155-E1DE-4696-B77C-C4B5C5381B76}">
      <dgm:prSet/>
      <dgm:spPr/>
      <dgm:t>
        <a:bodyPr/>
        <a:lstStyle/>
        <a:p>
          <a:pPr algn="ctr"/>
          <a:endParaRPr lang="en-US"/>
        </a:p>
      </dgm:t>
    </dgm:pt>
    <dgm:pt modelId="{9DA46E86-8585-472D-BCF9-BF3E699FFE6C}" type="sibTrans" cxnId="{50266155-E1DE-4696-B77C-C4B5C5381B76}">
      <dgm:prSet/>
      <dgm:spPr/>
      <dgm:t>
        <a:bodyPr/>
        <a:lstStyle/>
        <a:p>
          <a:endParaRPr lang="en-US"/>
        </a:p>
      </dgm:t>
    </dgm:pt>
    <dgm:pt modelId="{7CBA1E79-2805-4716-8627-3AEAFE1002E0}">
      <dgm:prSet/>
      <dgm:spPr/>
      <dgm:t>
        <a:bodyPr/>
        <a:lstStyle/>
        <a:p>
          <a:r>
            <a:rPr lang="es-ES" b="1"/>
            <a:t>El navegador borra el contenido interno del elemento.</a:t>
          </a:r>
          <a:endParaRPr lang="en-US"/>
        </a:p>
      </dgm:t>
    </dgm:pt>
    <dgm:pt modelId="{8C6CD547-160C-4FFA-B34B-6D58A70545CE}" type="parTrans" cxnId="{7A896675-7F46-4FF7-B957-1BF6CF6F9A01}">
      <dgm:prSet/>
      <dgm:spPr/>
      <dgm:t>
        <a:bodyPr/>
        <a:lstStyle/>
        <a:p>
          <a:pPr algn="ctr"/>
          <a:endParaRPr lang="en-US"/>
        </a:p>
      </dgm:t>
    </dgm:pt>
    <dgm:pt modelId="{27C3821F-88A7-4CF0-9CD3-5BF6C5882EB6}" type="sibTrans" cxnId="{7A896675-7F46-4FF7-B957-1BF6CF6F9A01}">
      <dgm:prSet/>
      <dgm:spPr/>
      <dgm:t>
        <a:bodyPr/>
        <a:lstStyle/>
        <a:p>
          <a:endParaRPr lang="en-US"/>
        </a:p>
      </dgm:t>
    </dgm:pt>
    <dgm:pt modelId="{FF1C58D8-D5DB-449F-BB50-B0A6FD3921DA}">
      <dgm:prSet/>
      <dgm:spPr/>
      <dgm:t>
        <a:bodyPr/>
        <a:lstStyle/>
        <a:p>
          <a:r>
            <a:rPr lang="es-ES" b="1"/>
            <a:t>Interpreta el string como HTML.</a:t>
          </a:r>
          <a:endParaRPr lang="en-US"/>
        </a:p>
      </dgm:t>
    </dgm:pt>
    <dgm:pt modelId="{5DC6705D-1393-40D6-A1B4-CB6925A2209E}" type="parTrans" cxnId="{8407220D-7F68-4336-9656-DFE692790E55}">
      <dgm:prSet/>
      <dgm:spPr/>
      <dgm:t>
        <a:bodyPr/>
        <a:lstStyle/>
        <a:p>
          <a:pPr algn="ctr"/>
          <a:endParaRPr lang="en-US"/>
        </a:p>
      </dgm:t>
    </dgm:pt>
    <dgm:pt modelId="{E6EF23DA-52E5-4C4E-99C9-A16B8BB73604}" type="sibTrans" cxnId="{8407220D-7F68-4336-9656-DFE692790E55}">
      <dgm:prSet/>
      <dgm:spPr/>
      <dgm:t>
        <a:bodyPr/>
        <a:lstStyle/>
        <a:p>
          <a:endParaRPr lang="en-US"/>
        </a:p>
      </dgm:t>
    </dgm:pt>
    <dgm:pt modelId="{A069C2A9-DBF6-48A1-970F-2B4E9D2D01DE}">
      <dgm:prSet/>
      <dgm:spPr/>
      <dgm:t>
        <a:bodyPr/>
        <a:lstStyle/>
        <a:p>
          <a:r>
            <a:rPr lang="es-ES" b="1"/>
            <a:t>Reconstruye los nodos hijos.</a:t>
          </a:r>
          <a:endParaRPr lang="en-US"/>
        </a:p>
      </dgm:t>
    </dgm:pt>
    <dgm:pt modelId="{9D67F572-D3B5-44FA-98E7-EE887643091B}" type="parTrans" cxnId="{8B234080-A065-452D-9188-4E6C00BE3950}">
      <dgm:prSet/>
      <dgm:spPr/>
      <dgm:t>
        <a:bodyPr/>
        <a:lstStyle/>
        <a:p>
          <a:pPr algn="ctr"/>
          <a:endParaRPr lang="en-US"/>
        </a:p>
      </dgm:t>
    </dgm:pt>
    <dgm:pt modelId="{A55FD007-CCE1-4E18-973A-ED0801AD70AA}" type="sibTrans" cxnId="{8B234080-A065-452D-9188-4E6C00BE3950}">
      <dgm:prSet/>
      <dgm:spPr/>
      <dgm:t>
        <a:bodyPr/>
        <a:lstStyle/>
        <a:p>
          <a:endParaRPr lang="en-US"/>
        </a:p>
      </dgm:t>
    </dgm:pt>
    <dgm:pt modelId="{A32F42CA-9F91-4623-AA40-4DC0415D8F55}" type="pres">
      <dgm:prSet presAssocID="{8600BF66-F216-44B7-9A6F-5B859CBE8487}" presName="Name0" presStyleCnt="0">
        <dgm:presLayoutVars>
          <dgm:dir/>
          <dgm:resizeHandles val="exact"/>
        </dgm:presLayoutVars>
      </dgm:prSet>
      <dgm:spPr/>
    </dgm:pt>
    <dgm:pt modelId="{4DD905FB-2FFF-451A-9C59-C116E96C1935}" type="pres">
      <dgm:prSet presAssocID="{1265F62E-2690-444F-9F7A-0FFA6D4DDA41}" presName="node" presStyleLbl="node1" presStyleIdx="0" presStyleCnt="6">
        <dgm:presLayoutVars>
          <dgm:bulletEnabled val="1"/>
        </dgm:presLayoutVars>
      </dgm:prSet>
      <dgm:spPr/>
    </dgm:pt>
    <dgm:pt modelId="{9C773700-41B7-4159-BB85-9E3B2D348AB0}" type="pres">
      <dgm:prSet presAssocID="{B4FA34D6-6974-4A5C-84FD-C9296A9D3EEC}" presName="sibTrans" presStyleLbl="sibTrans1D1" presStyleIdx="0" presStyleCnt="5"/>
      <dgm:spPr/>
    </dgm:pt>
    <dgm:pt modelId="{1F4AABC9-632D-4E7A-AE11-2D564CE7D33B}" type="pres">
      <dgm:prSet presAssocID="{B4FA34D6-6974-4A5C-84FD-C9296A9D3EEC}" presName="connectorText" presStyleLbl="sibTrans1D1" presStyleIdx="0" presStyleCnt="5"/>
      <dgm:spPr/>
    </dgm:pt>
    <dgm:pt modelId="{F17B92EC-19C1-46AE-977F-02FCC82DD963}" type="pres">
      <dgm:prSet presAssocID="{24AD9708-5C1D-4F23-B747-25DFA241BF22}" presName="node" presStyleLbl="node1" presStyleIdx="1" presStyleCnt="6">
        <dgm:presLayoutVars>
          <dgm:bulletEnabled val="1"/>
        </dgm:presLayoutVars>
      </dgm:prSet>
      <dgm:spPr/>
    </dgm:pt>
    <dgm:pt modelId="{EA6565EC-237C-40A2-8E35-93563EBB6260}" type="pres">
      <dgm:prSet presAssocID="{CE327976-22D0-4F06-BAB6-71F59EA8341C}" presName="sibTrans" presStyleLbl="sibTrans1D1" presStyleIdx="1" presStyleCnt="5"/>
      <dgm:spPr/>
    </dgm:pt>
    <dgm:pt modelId="{C8351DB6-3AB7-41A7-A340-E1B4A3E07599}" type="pres">
      <dgm:prSet presAssocID="{CE327976-22D0-4F06-BAB6-71F59EA8341C}" presName="connectorText" presStyleLbl="sibTrans1D1" presStyleIdx="1" presStyleCnt="5"/>
      <dgm:spPr/>
    </dgm:pt>
    <dgm:pt modelId="{F47F9008-6E98-4100-890A-536367F8F627}" type="pres">
      <dgm:prSet presAssocID="{5F236FCB-5D9E-43E6-9C76-C0C6FBDBC36F}" presName="node" presStyleLbl="node1" presStyleIdx="2" presStyleCnt="6">
        <dgm:presLayoutVars>
          <dgm:bulletEnabled val="1"/>
        </dgm:presLayoutVars>
      </dgm:prSet>
      <dgm:spPr/>
    </dgm:pt>
    <dgm:pt modelId="{2585A543-0A2A-4834-BC48-C78A8049ADA4}" type="pres">
      <dgm:prSet presAssocID="{9DA46E86-8585-472D-BCF9-BF3E699FFE6C}" presName="sibTrans" presStyleLbl="sibTrans1D1" presStyleIdx="2" presStyleCnt="5"/>
      <dgm:spPr/>
    </dgm:pt>
    <dgm:pt modelId="{E4C12D8E-39DC-4113-85E9-EEA40DB7D82E}" type="pres">
      <dgm:prSet presAssocID="{9DA46E86-8585-472D-BCF9-BF3E699FFE6C}" presName="connectorText" presStyleLbl="sibTrans1D1" presStyleIdx="2" presStyleCnt="5"/>
      <dgm:spPr/>
    </dgm:pt>
    <dgm:pt modelId="{0787FCCA-88F8-45C3-AAFD-E932EBB7B427}" type="pres">
      <dgm:prSet presAssocID="{7CBA1E79-2805-4716-8627-3AEAFE1002E0}" presName="node" presStyleLbl="node1" presStyleIdx="3" presStyleCnt="6">
        <dgm:presLayoutVars>
          <dgm:bulletEnabled val="1"/>
        </dgm:presLayoutVars>
      </dgm:prSet>
      <dgm:spPr/>
    </dgm:pt>
    <dgm:pt modelId="{44DAF1B6-0486-403E-8A9E-0904F8EA0EE3}" type="pres">
      <dgm:prSet presAssocID="{27C3821F-88A7-4CF0-9CD3-5BF6C5882EB6}" presName="sibTrans" presStyleLbl="sibTrans1D1" presStyleIdx="3" presStyleCnt="5"/>
      <dgm:spPr/>
    </dgm:pt>
    <dgm:pt modelId="{5C284028-AD30-4657-8B68-89B3133BF60D}" type="pres">
      <dgm:prSet presAssocID="{27C3821F-88A7-4CF0-9CD3-5BF6C5882EB6}" presName="connectorText" presStyleLbl="sibTrans1D1" presStyleIdx="3" presStyleCnt="5"/>
      <dgm:spPr/>
    </dgm:pt>
    <dgm:pt modelId="{7EE9F825-E96F-43C0-A0D3-6827DE6B1C4E}" type="pres">
      <dgm:prSet presAssocID="{FF1C58D8-D5DB-449F-BB50-B0A6FD3921DA}" presName="node" presStyleLbl="node1" presStyleIdx="4" presStyleCnt="6">
        <dgm:presLayoutVars>
          <dgm:bulletEnabled val="1"/>
        </dgm:presLayoutVars>
      </dgm:prSet>
      <dgm:spPr/>
    </dgm:pt>
    <dgm:pt modelId="{3528C00C-4056-407D-B3AB-1E85CC9B02BC}" type="pres">
      <dgm:prSet presAssocID="{E6EF23DA-52E5-4C4E-99C9-A16B8BB73604}" presName="sibTrans" presStyleLbl="sibTrans1D1" presStyleIdx="4" presStyleCnt="5"/>
      <dgm:spPr/>
    </dgm:pt>
    <dgm:pt modelId="{7441BE74-DAB9-4B0D-BE4B-A90B388C7F22}" type="pres">
      <dgm:prSet presAssocID="{E6EF23DA-52E5-4C4E-99C9-A16B8BB73604}" presName="connectorText" presStyleLbl="sibTrans1D1" presStyleIdx="4" presStyleCnt="5"/>
      <dgm:spPr/>
    </dgm:pt>
    <dgm:pt modelId="{D83D6CF0-D07C-4890-9A31-75D38ED69AB3}" type="pres">
      <dgm:prSet presAssocID="{A069C2A9-DBF6-48A1-970F-2B4E9D2D01DE}" presName="node" presStyleLbl="node1" presStyleIdx="5" presStyleCnt="6">
        <dgm:presLayoutVars>
          <dgm:bulletEnabled val="1"/>
        </dgm:presLayoutVars>
      </dgm:prSet>
      <dgm:spPr/>
    </dgm:pt>
  </dgm:ptLst>
  <dgm:cxnLst>
    <dgm:cxn modelId="{0D772807-E4CE-4153-A6B6-D3BF701BB996}" type="presOf" srcId="{27C3821F-88A7-4CF0-9CD3-5BF6C5882EB6}" destId="{5C284028-AD30-4657-8B68-89B3133BF60D}" srcOrd="1" destOrd="0" presId="urn:microsoft.com/office/officeart/2016/7/layout/RepeatingBendingProcessNew"/>
    <dgm:cxn modelId="{8407220D-7F68-4336-9656-DFE692790E55}" srcId="{8600BF66-F216-44B7-9A6F-5B859CBE8487}" destId="{FF1C58D8-D5DB-449F-BB50-B0A6FD3921DA}" srcOrd="4" destOrd="0" parTransId="{5DC6705D-1393-40D6-A1B4-CB6925A2209E}" sibTransId="{E6EF23DA-52E5-4C4E-99C9-A16B8BB73604}"/>
    <dgm:cxn modelId="{A0543F10-8B21-4EBF-9744-471C32E02C47}" type="presOf" srcId="{9DA46E86-8585-472D-BCF9-BF3E699FFE6C}" destId="{E4C12D8E-39DC-4113-85E9-EEA40DB7D82E}" srcOrd="1" destOrd="0" presId="urn:microsoft.com/office/officeart/2016/7/layout/RepeatingBendingProcessNew"/>
    <dgm:cxn modelId="{B6DB892C-660D-46B6-A000-7540C1FDCE69}" type="presOf" srcId="{B4FA34D6-6974-4A5C-84FD-C9296A9D3EEC}" destId="{9C773700-41B7-4159-BB85-9E3B2D348AB0}" srcOrd="0" destOrd="0" presId="urn:microsoft.com/office/officeart/2016/7/layout/RepeatingBendingProcessNew"/>
    <dgm:cxn modelId="{BA741E37-F87D-4E49-86CF-B69C59CB23B4}" type="presOf" srcId="{B4FA34D6-6974-4A5C-84FD-C9296A9D3EEC}" destId="{1F4AABC9-632D-4E7A-AE11-2D564CE7D33B}" srcOrd="1" destOrd="0" presId="urn:microsoft.com/office/officeart/2016/7/layout/RepeatingBendingProcessNew"/>
    <dgm:cxn modelId="{B79F9C38-7C94-474A-85D8-35A2E60596EF}" srcId="{8600BF66-F216-44B7-9A6F-5B859CBE8487}" destId="{24AD9708-5C1D-4F23-B747-25DFA241BF22}" srcOrd="1" destOrd="0" parTransId="{BDA703F0-E992-4A46-98F1-DB953787216F}" sibTransId="{CE327976-22D0-4F06-BAB6-71F59EA8341C}"/>
    <dgm:cxn modelId="{CAD29561-BA62-4518-BFE1-07EC49F122C9}" type="presOf" srcId="{27C3821F-88A7-4CF0-9CD3-5BF6C5882EB6}" destId="{44DAF1B6-0486-403E-8A9E-0904F8EA0EE3}" srcOrd="0" destOrd="0" presId="urn:microsoft.com/office/officeart/2016/7/layout/RepeatingBendingProcessNew"/>
    <dgm:cxn modelId="{8D914046-E2D6-4178-AB29-E1B0D633E2C6}" type="presOf" srcId="{8600BF66-F216-44B7-9A6F-5B859CBE8487}" destId="{A32F42CA-9F91-4623-AA40-4DC0415D8F55}" srcOrd="0" destOrd="0" presId="urn:microsoft.com/office/officeart/2016/7/layout/RepeatingBendingProcessNew"/>
    <dgm:cxn modelId="{A1725349-0721-4293-BD6D-382564D2409B}" type="presOf" srcId="{1265F62E-2690-444F-9F7A-0FFA6D4DDA41}" destId="{4DD905FB-2FFF-451A-9C59-C116E96C1935}" srcOrd="0" destOrd="0" presId="urn:microsoft.com/office/officeart/2016/7/layout/RepeatingBendingProcessNew"/>
    <dgm:cxn modelId="{936F376A-1BAC-4B74-A592-0250C6EBF1C8}" type="presOf" srcId="{7CBA1E79-2805-4716-8627-3AEAFE1002E0}" destId="{0787FCCA-88F8-45C3-AAFD-E932EBB7B427}" srcOrd="0" destOrd="0" presId="urn:microsoft.com/office/officeart/2016/7/layout/RepeatingBendingProcessNew"/>
    <dgm:cxn modelId="{73D2FF4B-EA53-4F6E-A0A8-617231A269C0}" type="presOf" srcId="{24AD9708-5C1D-4F23-B747-25DFA241BF22}" destId="{F17B92EC-19C1-46AE-977F-02FCC82DD963}" srcOrd="0" destOrd="0" presId="urn:microsoft.com/office/officeart/2016/7/layout/RepeatingBendingProcessNew"/>
    <dgm:cxn modelId="{7399B74D-5D8C-4E6E-90A8-21CF7413E190}" type="presOf" srcId="{E6EF23DA-52E5-4C4E-99C9-A16B8BB73604}" destId="{3528C00C-4056-407D-B3AB-1E85CC9B02BC}" srcOrd="0" destOrd="0" presId="urn:microsoft.com/office/officeart/2016/7/layout/RepeatingBendingProcessNew"/>
    <dgm:cxn modelId="{AEBA3F4E-667C-4566-8AC6-04987AAD8265}" type="presOf" srcId="{E6EF23DA-52E5-4C4E-99C9-A16B8BB73604}" destId="{7441BE74-DAB9-4B0D-BE4B-A90B388C7F22}" srcOrd="1" destOrd="0" presId="urn:microsoft.com/office/officeart/2016/7/layout/RepeatingBendingProcessNew"/>
    <dgm:cxn modelId="{50266155-E1DE-4696-B77C-C4B5C5381B76}" srcId="{8600BF66-F216-44B7-9A6F-5B859CBE8487}" destId="{5F236FCB-5D9E-43E6-9C76-C0C6FBDBC36F}" srcOrd="2" destOrd="0" parTransId="{B516FB37-0C6E-4EAB-9748-822FC54B981D}" sibTransId="{9DA46E86-8585-472D-BCF9-BF3E699FFE6C}"/>
    <dgm:cxn modelId="{7A896675-7F46-4FF7-B957-1BF6CF6F9A01}" srcId="{8600BF66-F216-44B7-9A6F-5B859CBE8487}" destId="{7CBA1E79-2805-4716-8627-3AEAFE1002E0}" srcOrd="3" destOrd="0" parTransId="{8C6CD547-160C-4FFA-B34B-6D58A70545CE}" sibTransId="{27C3821F-88A7-4CF0-9CD3-5BF6C5882EB6}"/>
    <dgm:cxn modelId="{8B234080-A065-452D-9188-4E6C00BE3950}" srcId="{8600BF66-F216-44B7-9A6F-5B859CBE8487}" destId="{A069C2A9-DBF6-48A1-970F-2B4E9D2D01DE}" srcOrd="5" destOrd="0" parTransId="{9D67F572-D3B5-44FA-98E7-EE887643091B}" sibTransId="{A55FD007-CCE1-4E18-973A-ED0801AD70AA}"/>
    <dgm:cxn modelId="{BC4A309F-7D90-4FD0-B190-47B833CB7232}" type="presOf" srcId="{FF1C58D8-D5DB-449F-BB50-B0A6FD3921DA}" destId="{7EE9F825-E96F-43C0-A0D3-6827DE6B1C4E}" srcOrd="0" destOrd="0" presId="urn:microsoft.com/office/officeart/2016/7/layout/RepeatingBendingProcessNew"/>
    <dgm:cxn modelId="{08D079A8-F352-4515-B03C-DFB6603F3531}" type="presOf" srcId="{CE327976-22D0-4F06-BAB6-71F59EA8341C}" destId="{C8351DB6-3AB7-41A7-A340-E1B4A3E07599}" srcOrd="1" destOrd="0" presId="urn:microsoft.com/office/officeart/2016/7/layout/RepeatingBendingProcessNew"/>
    <dgm:cxn modelId="{67D1A3A8-AD64-44F1-B9C9-722FAF523B4D}" type="presOf" srcId="{A069C2A9-DBF6-48A1-970F-2B4E9D2D01DE}" destId="{D83D6CF0-D07C-4890-9A31-75D38ED69AB3}" srcOrd="0" destOrd="0" presId="urn:microsoft.com/office/officeart/2016/7/layout/RepeatingBendingProcessNew"/>
    <dgm:cxn modelId="{A8E6D3B0-D34F-4B24-B0BF-E11C5DC6252D}" srcId="{8600BF66-F216-44B7-9A6F-5B859CBE8487}" destId="{1265F62E-2690-444F-9F7A-0FFA6D4DDA41}" srcOrd="0" destOrd="0" parTransId="{2E71CDA6-6EF3-441C-AF61-27F7630BE7DB}" sibTransId="{B4FA34D6-6974-4A5C-84FD-C9296A9D3EEC}"/>
    <dgm:cxn modelId="{7FF3A5E6-B078-4D0A-AE54-D7B1F75544BC}" type="presOf" srcId="{9DA46E86-8585-472D-BCF9-BF3E699FFE6C}" destId="{2585A543-0A2A-4834-BC48-C78A8049ADA4}" srcOrd="0" destOrd="0" presId="urn:microsoft.com/office/officeart/2016/7/layout/RepeatingBendingProcessNew"/>
    <dgm:cxn modelId="{836113ED-ADF8-4D7B-A853-1FCF35501668}" type="presOf" srcId="{5F236FCB-5D9E-43E6-9C76-C0C6FBDBC36F}" destId="{F47F9008-6E98-4100-890A-536367F8F627}" srcOrd="0" destOrd="0" presId="urn:microsoft.com/office/officeart/2016/7/layout/RepeatingBendingProcessNew"/>
    <dgm:cxn modelId="{65FAC4F1-FB3D-45E2-B8C2-344ED346ABD8}" type="presOf" srcId="{CE327976-22D0-4F06-BAB6-71F59EA8341C}" destId="{EA6565EC-237C-40A2-8E35-93563EBB6260}" srcOrd="0" destOrd="0" presId="urn:microsoft.com/office/officeart/2016/7/layout/RepeatingBendingProcessNew"/>
    <dgm:cxn modelId="{82A51648-5FF6-498E-A4E0-FE8DBAB2709B}" type="presParOf" srcId="{A32F42CA-9F91-4623-AA40-4DC0415D8F55}" destId="{4DD905FB-2FFF-451A-9C59-C116E96C1935}" srcOrd="0" destOrd="0" presId="urn:microsoft.com/office/officeart/2016/7/layout/RepeatingBendingProcessNew"/>
    <dgm:cxn modelId="{C2821805-B199-41BD-B4E7-785CA84840BF}" type="presParOf" srcId="{A32F42CA-9F91-4623-AA40-4DC0415D8F55}" destId="{9C773700-41B7-4159-BB85-9E3B2D348AB0}" srcOrd="1" destOrd="0" presId="urn:microsoft.com/office/officeart/2016/7/layout/RepeatingBendingProcessNew"/>
    <dgm:cxn modelId="{A0E530DB-3C09-42AD-9EBD-97C6803EB967}" type="presParOf" srcId="{9C773700-41B7-4159-BB85-9E3B2D348AB0}" destId="{1F4AABC9-632D-4E7A-AE11-2D564CE7D33B}" srcOrd="0" destOrd="0" presId="urn:microsoft.com/office/officeart/2016/7/layout/RepeatingBendingProcessNew"/>
    <dgm:cxn modelId="{14BC346E-BD67-4631-BC5D-8F5EC6E71594}" type="presParOf" srcId="{A32F42CA-9F91-4623-AA40-4DC0415D8F55}" destId="{F17B92EC-19C1-46AE-977F-02FCC82DD963}" srcOrd="2" destOrd="0" presId="urn:microsoft.com/office/officeart/2016/7/layout/RepeatingBendingProcessNew"/>
    <dgm:cxn modelId="{D977AD76-10C6-44EC-BFCE-8F0F11099DDE}" type="presParOf" srcId="{A32F42CA-9F91-4623-AA40-4DC0415D8F55}" destId="{EA6565EC-237C-40A2-8E35-93563EBB6260}" srcOrd="3" destOrd="0" presId="urn:microsoft.com/office/officeart/2016/7/layout/RepeatingBendingProcessNew"/>
    <dgm:cxn modelId="{D466AA5F-0426-415E-A328-72E7022F784C}" type="presParOf" srcId="{EA6565EC-237C-40A2-8E35-93563EBB6260}" destId="{C8351DB6-3AB7-41A7-A340-E1B4A3E07599}" srcOrd="0" destOrd="0" presId="urn:microsoft.com/office/officeart/2016/7/layout/RepeatingBendingProcessNew"/>
    <dgm:cxn modelId="{306AA427-136F-44C9-B116-E87A50ADC040}" type="presParOf" srcId="{A32F42CA-9F91-4623-AA40-4DC0415D8F55}" destId="{F47F9008-6E98-4100-890A-536367F8F627}" srcOrd="4" destOrd="0" presId="urn:microsoft.com/office/officeart/2016/7/layout/RepeatingBendingProcessNew"/>
    <dgm:cxn modelId="{888FE090-1E53-43BF-9A79-1B6532A78B24}" type="presParOf" srcId="{A32F42CA-9F91-4623-AA40-4DC0415D8F55}" destId="{2585A543-0A2A-4834-BC48-C78A8049ADA4}" srcOrd="5" destOrd="0" presId="urn:microsoft.com/office/officeart/2016/7/layout/RepeatingBendingProcessNew"/>
    <dgm:cxn modelId="{F1AD20D0-DC14-47C8-91AE-1FB8D8381A64}" type="presParOf" srcId="{2585A543-0A2A-4834-BC48-C78A8049ADA4}" destId="{E4C12D8E-39DC-4113-85E9-EEA40DB7D82E}" srcOrd="0" destOrd="0" presId="urn:microsoft.com/office/officeart/2016/7/layout/RepeatingBendingProcessNew"/>
    <dgm:cxn modelId="{94FEECD7-85D4-47C2-A0B6-C4EFA1B0B672}" type="presParOf" srcId="{A32F42CA-9F91-4623-AA40-4DC0415D8F55}" destId="{0787FCCA-88F8-45C3-AAFD-E932EBB7B427}" srcOrd="6" destOrd="0" presId="urn:microsoft.com/office/officeart/2016/7/layout/RepeatingBendingProcessNew"/>
    <dgm:cxn modelId="{EF0C5A3D-531A-46B0-B91A-942CC2B87971}" type="presParOf" srcId="{A32F42CA-9F91-4623-AA40-4DC0415D8F55}" destId="{44DAF1B6-0486-403E-8A9E-0904F8EA0EE3}" srcOrd="7" destOrd="0" presId="urn:microsoft.com/office/officeart/2016/7/layout/RepeatingBendingProcessNew"/>
    <dgm:cxn modelId="{89C01F1A-3C16-4594-A6FC-8F79AA2C0633}" type="presParOf" srcId="{44DAF1B6-0486-403E-8A9E-0904F8EA0EE3}" destId="{5C284028-AD30-4657-8B68-89B3133BF60D}" srcOrd="0" destOrd="0" presId="urn:microsoft.com/office/officeart/2016/7/layout/RepeatingBendingProcessNew"/>
    <dgm:cxn modelId="{05714906-DBB0-4C91-BA79-B9FE2919109C}" type="presParOf" srcId="{A32F42CA-9F91-4623-AA40-4DC0415D8F55}" destId="{7EE9F825-E96F-43C0-A0D3-6827DE6B1C4E}" srcOrd="8" destOrd="0" presId="urn:microsoft.com/office/officeart/2016/7/layout/RepeatingBendingProcessNew"/>
    <dgm:cxn modelId="{9B98A414-38CE-480B-8233-791E7C464037}" type="presParOf" srcId="{A32F42CA-9F91-4623-AA40-4DC0415D8F55}" destId="{3528C00C-4056-407D-B3AB-1E85CC9B02BC}" srcOrd="9" destOrd="0" presId="urn:microsoft.com/office/officeart/2016/7/layout/RepeatingBendingProcessNew"/>
    <dgm:cxn modelId="{DDD91F63-7129-465B-832C-F4B8E41BB291}" type="presParOf" srcId="{3528C00C-4056-407D-B3AB-1E85CC9B02BC}" destId="{7441BE74-DAB9-4B0D-BE4B-A90B388C7F22}" srcOrd="0" destOrd="0" presId="urn:microsoft.com/office/officeart/2016/7/layout/RepeatingBendingProcessNew"/>
    <dgm:cxn modelId="{8E88CBD6-A3DE-4752-8878-975ED45CA968}" type="presParOf" srcId="{A32F42CA-9F91-4623-AA40-4DC0415D8F55}" destId="{D83D6CF0-D07C-4890-9A31-75D38ED69AB3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2C9B5B8-450B-4E13-8C6C-12EC9A7C6968}" type="doc">
      <dgm:prSet loTypeId="urn:microsoft.com/office/officeart/2018/5/layout/IconCircleLabel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23B865D-DDF6-4AD5-A771-7CA00FA7702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DOM = árbol de nodos.</a:t>
          </a:r>
          <a:endParaRPr lang="en-US"/>
        </a:p>
      </dgm:t>
    </dgm:pt>
    <dgm:pt modelId="{9527C333-FE42-4F69-8A57-418BEA1993F4}" type="parTrans" cxnId="{C95DAE2C-FF1A-4971-81AA-209FD4604DA1}">
      <dgm:prSet/>
      <dgm:spPr/>
      <dgm:t>
        <a:bodyPr/>
        <a:lstStyle/>
        <a:p>
          <a:endParaRPr lang="en-US"/>
        </a:p>
      </dgm:t>
    </dgm:pt>
    <dgm:pt modelId="{EA7FB1D6-0D7C-4558-8CD7-362B4872635C}" type="sibTrans" cxnId="{C95DAE2C-FF1A-4971-81AA-209FD4604DA1}">
      <dgm:prSet/>
      <dgm:spPr/>
      <dgm:t>
        <a:bodyPr/>
        <a:lstStyle/>
        <a:p>
          <a:endParaRPr lang="en-US"/>
        </a:p>
      </dgm:t>
    </dgm:pt>
    <dgm:pt modelId="{38D9A818-1EC3-41B4-9A22-B2261FA493B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Node = base de todos los nodos.</a:t>
          </a:r>
          <a:endParaRPr lang="en-US"/>
        </a:p>
      </dgm:t>
    </dgm:pt>
    <dgm:pt modelId="{1307B19D-5791-4CAF-A84F-DE31BA5F5746}" type="parTrans" cxnId="{7040CEC9-5803-4489-B932-72659D5AC3A6}">
      <dgm:prSet/>
      <dgm:spPr/>
      <dgm:t>
        <a:bodyPr/>
        <a:lstStyle/>
        <a:p>
          <a:endParaRPr lang="en-US"/>
        </a:p>
      </dgm:t>
    </dgm:pt>
    <dgm:pt modelId="{B4F5642C-8662-4D7D-9B03-8DF39DECE7B3}" type="sibTrans" cxnId="{7040CEC9-5803-4489-B932-72659D5AC3A6}">
      <dgm:prSet/>
      <dgm:spPr/>
      <dgm:t>
        <a:bodyPr/>
        <a:lstStyle/>
        <a:p>
          <a:endParaRPr lang="en-US"/>
        </a:p>
      </dgm:t>
    </dgm:pt>
    <dgm:pt modelId="{3F9DFAED-FCFB-459C-9044-F9FD9D7E9DC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Element = </a:t>
          </a:r>
          <a:r>
            <a:rPr lang="en-US" b="1" dirty="0" err="1"/>
            <a:t>nodo</a:t>
          </a:r>
          <a:r>
            <a:rPr lang="en-US" b="1" dirty="0"/>
            <a:t> </a:t>
          </a:r>
          <a:r>
            <a:rPr lang="en-US" b="1" dirty="0" err="1"/>
            <a:t>que</a:t>
          </a:r>
          <a:r>
            <a:rPr lang="en-US" b="1" dirty="0"/>
            <a:t> </a:t>
          </a:r>
          <a:r>
            <a:rPr lang="en-US" b="1" dirty="0" err="1"/>
            <a:t>representa</a:t>
          </a:r>
          <a:r>
            <a:rPr lang="en-US" b="1" dirty="0"/>
            <a:t> </a:t>
          </a:r>
          <a:r>
            <a:rPr lang="en-US" b="1" dirty="0" err="1"/>
            <a:t>una</a:t>
          </a:r>
          <a:r>
            <a:rPr lang="en-US" b="1" dirty="0"/>
            <a:t> </a:t>
          </a:r>
          <a:r>
            <a:rPr lang="en-US" b="1" dirty="0" err="1"/>
            <a:t>etiqueta</a:t>
          </a:r>
          <a:r>
            <a:rPr lang="en-US" b="1" dirty="0"/>
            <a:t> HTML.</a:t>
          </a:r>
          <a:endParaRPr lang="en-US" dirty="0"/>
        </a:p>
      </dgm:t>
    </dgm:pt>
    <dgm:pt modelId="{5D1FCCFB-C78F-4A29-909D-296A4DF6BC73}" type="parTrans" cxnId="{2A669312-DD08-4175-926E-91492EF20299}">
      <dgm:prSet/>
      <dgm:spPr/>
      <dgm:t>
        <a:bodyPr/>
        <a:lstStyle/>
        <a:p>
          <a:endParaRPr lang="en-US"/>
        </a:p>
      </dgm:t>
    </dgm:pt>
    <dgm:pt modelId="{C4DF4B98-503F-4E4B-ADBB-B9FE23F254B6}" type="sibTrans" cxnId="{2A669312-DD08-4175-926E-91492EF20299}">
      <dgm:prSet/>
      <dgm:spPr/>
      <dgm:t>
        <a:bodyPr/>
        <a:lstStyle/>
        <a:p>
          <a:endParaRPr lang="en-US"/>
        </a:p>
      </dgm:t>
    </dgm:pt>
    <dgm:pt modelId="{4C992E0E-0B02-4AB0-A944-B356B65A8B0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Propiedad = dato del objeto.</a:t>
          </a:r>
          <a:endParaRPr lang="en-US"/>
        </a:p>
      </dgm:t>
    </dgm:pt>
    <dgm:pt modelId="{1216622B-E5FB-4437-B41D-15833C58A6FA}" type="parTrans" cxnId="{5DEE19E8-D780-493D-AF0B-C3B2251BB7CD}">
      <dgm:prSet/>
      <dgm:spPr/>
      <dgm:t>
        <a:bodyPr/>
        <a:lstStyle/>
        <a:p>
          <a:endParaRPr lang="en-US"/>
        </a:p>
      </dgm:t>
    </dgm:pt>
    <dgm:pt modelId="{0A07F215-22F9-4D6F-A5F8-555C73C0BC67}" type="sibTrans" cxnId="{5DEE19E8-D780-493D-AF0B-C3B2251BB7CD}">
      <dgm:prSet/>
      <dgm:spPr/>
      <dgm:t>
        <a:bodyPr/>
        <a:lstStyle/>
        <a:p>
          <a:endParaRPr lang="en-US"/>
        </a:p>
      </dgm:t>
    </dgm:pt>
    <dgm:pt modelId="{83402C97-79D1-4BA3-94A8-34BF482591C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Método = función del objeto.</a:t>
          </a:r>
          <a:endParaRPr lang="en-US"/>
        </a:p>
      </dgm:t>
    </dgm:pt>
    <dgm:pt modelId="{8B6C8635-F40C-492B-88A9-56A4A5F83448}" type="parTrans" cxnId="{238D27B7-A6A6-4D2D-B5EC-DD86571BFE09}">
      <dgm:prSet/>
      <dgm:spPr/>
      <dgm:t>
        <a:bodyPr/>
        <a:lstStyle/>
        <a:p>
          <a:endParaRPr lang="en-US"/>
        </a:p>
      </dgm:t>
    </dgm:pt>
    <dgm:pt modelId="{51D0DA40-2503-4BFE-B9A0-6E1CD95FC887}" type="sibTrans" cxnId="{238D27B7-A6A6-4D2D-B5EC-DD86571BFE09}">
      <dgm:prSet/>
      <dgm:spPr/>
      <dgm:t>
        <a:bodyPr/>
        <a:lstStyle/>
        <a:p>
          <a:endParaRPr lang="en-US"/>
        </a:p>
      </dgm:t>
    </dgm:pt>
    <dgm:pt modelId="{7C912487-0F3B-4DA8-9D63-FFBB0EDE0F5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innerHTML = propiedad que modifica el contenido HTML interno</a:t>
          </a:r>
          <a:endParaRPr lang="en-US"/>
        </a:p>
      </dgm:t>
    </dgm:pt>
    <dgm:pt modelId="{9A0D961C-32D4-4780-AC6A-8ED5997826FE}" type="parTrans" cxnId="{F784038F-B61A-4736-B119-88440DDD6978}">
      <dgm:prSet/>
      <dgm:spPr/>
      <dgm:t>
        <a:bodyPr/>
        <a:lstStyle/>
        <a:p>
          <a:endParaRPr lang="en-US"/>
        </a:p>
      </dgm:t>
    </dgm:pt>
    <dgm:pt modelId="{ADDD8A47-594A-40EC-A61A-07000F499D22}" type="sibTrans" cxnId="{F784038F-B61A-4736-B119-88440DDD6978}">
      <dgm:prSet/>
      <dgm:spPr/>
      <dgm:t>
        <a:bodyPr/>
        <a:lstStyle/>
        <a:p>
          <a:endParaRPr lang="en-US"/>
        </a:p>
      </dgm:t>
    </dgm:pt>
    <dgm:pt modelId="{671DA395-F929-485D-9EE2-A93302AAE312}" type="pres">
      <dgm:prSet presAssocID="{E2C9B5B8-450B-4E13-8C6C-12EC9A7C6968}" presName="root" presStyleCnt="0">
        <dgm:presLayoutVars>
          <dgm:dir/>
          <dgm:resizeHandles val="exact"/>
        </dgm:presLayoutVars>
      </dgm:prSet>
      <dgm:spPr/>
    </dgm:pt>
    <dgm:pt modelId="{E78A5886-D7FE-4427-A078-55A8E4B20962}" type="pres">
      <dgm:prSet presAssocID="{423B865D-DDF6-4AD5-A771-7CA00FA77027}" presName="compNode" presStyleCnt="0"/>
      <dgm:spPr/>
    </dgm:pt>
    <dgm:pt modelId="{A657DDB5-E225-40A2-94F7-F14D8240F1C8}" type="pres">
      <dgm:prSet presAssocID="{423B865D-DDF6-4AD5-A771-7CA00FA77027}" presName="iconBgRect" presStyleLbl="bgShp" presStyleIdx="0" presStyleCnt="6"/>
      <dgm:spPr/>
    </dgm:pt>
    <dgm:pt modelId="{004D18EA-F0FA-456D-9B66-B94C6A7453D6}" type="pres">
      <dgm:prSet presAssocID="{423B865D-DDF6-4AD5-A771-7CA00FA7702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A1070A2D-1395-441C-AC55-393207057625}" type="pres">
      <dgm:prSet presAssocID="{423B865D-DDF6-4AD5-A771-7CA00FA77027}" presName="spaceRect" presStyleCnt="0"/>
      <dgm:spPr/>
    </dgm:pt>
    <dgm:pt modelId="{19D0237C-FC45-440C-BC21-C14020223715}" type="pres">
      <dgm:prSet presAssocID="{423B865D-DDF6-4AD5-A771-7CA00FA77027}" presName="textRect" presStyleLbl="revTx" presStyleIdx="0" presStyleCnt="6">
        <dgm:presLayoutVars>
          <dgm:chMax val="1"/>
          <dgm:chPref val="1"/>
        </dgm:presLayoutVars>
      </dgm:prSet>
      <dgm:spPr/>
    </dgm:pt>
    <dgm:pt modelId="{FFF2D5DB-8873-433B-B4C4-DB32C3D89D69}" type="pres">
      <dgm:prSet presAssocID="{EA7FB1D6-0D7C-4558-8CD7-362B4872635C}" presName="sibTrans" presStyleCnt="0"/>
      <dgm:spPr/>
    </dgm:pt>
    <dgm:pt modelId="{2649B6B1-A451-468F-81B9-C7E2A5658AF7}" type="pres">
      <dgm:prSet presAssocID="{38D9A818-1EC3-41B4-9A22-B2261FA493BF}" presName="compNode" presStyleCnt="0"/>
      <dgm:spPr/>
    </dgm:pt>
    <dgm:pt modelId="{D7D2AD9A-D5D8-4DD5-AD27-3038AA8B00EC}" type="pres">
      <dgm:prSet presAssocID="{38D9A818-1EC3-41B4-9A22-B2261FA493BF}" presName="iconBgRect" presStyleLbl="bgShp" presStyleIdx="1" presStyleCnt="6"/>
      <dgm:spPr/>
    </dgm:pt>
    <dgm:pt modelId="{B9196932-7373-4A97-A43C-1F172507E87A}" type="pres">
      <dgm:prSet presAssocID="{38D9A818-1EC3-41B4-9A22-B2261FA493BF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CB06738E-50A9-4F2F-B51E-E3BC06649052}" type="pres">
      <dgm:prSet presAssocID="{38D9A818-1EC3-41B4-9A22-B2261FA493BF}" presName="spaceRect" presStyleCnt="0"/>
      <dgm:spPr/>
    </dgm:pt>
    <dgm:pt modelId="{6F1FE531-2826-42FC-AD6A-C144A7D3885C}" type="pres">
      <dgm:prSet presAssocID="{38D9A818-1EC3-41B4-9A22-B2261FA493BF}" presName="textRect" presStyleLbl="revTx" presStyleIdx="1" presStyleCnt="6">
        <dgm:presLayoutVars>
          <dgm:chMax val="1"/>
          <dgm:chPref val="1"/>
        </dgm:presLayoutVars>
      </dgm:prSet>
      <dgm:spPr/>
    </dgm:pt>
    <dgm:pt modelId="{60F19CE7-A097-4608-BD04-CE24AA5B139A}" type="pres">
      <dgm:prSet presAssocID="{B4F5642C-8662-4D7D-9B03-8DF39DECE7B3}" presName="sibTrans" presStyleCnt="0"/>
      <dgm:spPr/>
    </dgm:pt>
    <dgm:pt modelId="{83C7F905-0BD5-47FC-9012-4C2728593795}" type="pres">
      <dgm:prSet presAssocID="{3F9DFAED-FCFB-459C-9044-F9FD9D7E9DC8}" presName="compNode" presStyleCnt="0"/>
      <dgm:spPr/>
    </dgm:pt>
    <dgm:pt modelId="{19549B83-D4C6-4C09-84CB-9B7F29392462}" type="pres">
      <dgm:prSet presAssocID="{3F9DFAED-FCFB-459C-9044-F9FD9D7E9DC8}" presName="iconBgRect" presStyleLbl="bgShp" presStyleIdx="2" presStyleCnt="6"/>
      <dgm:spPr/>
    </dgm:pt>
    <dgm:pt modelId="{CEBBA8E9-20F8-480C-A204-592B84CDBE48}" type="pres">
      <dgm:prSet presAssocID="{3F9DFAED-FCFB-459C-9044-F9FD9D7E9DC8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166E845C-D1F0-4903-98E3-57F2B28484D7}" type="pres">
      <dgm:prSet presAssocID="{3F9DFAED-FCFB-459C-9044-F9FD9D7E9DC8}" presName="spaceRect" presStyleCnt="0"/>
      <dgm:spPr/>
    </dgm:pt>
    <dgm:pt modelId="{A9A5738D-6957-4E4B-9088-80D0BF69A098}" type="pres">
      <dgm:prSet presAssocID="{3F9DFAED-FCFB-459C-9044-F9FD9D7E9DC8}" presName="textRect" presStyleLbl="revTx" presStyleIdx="2" presStyleCnt="6">
        <dgm:presLayoutVars>
          <dgm:chMax val="1"/>
          <dgm:chPref val="1"/>
        </dgm:presLayoutVars>
      </dgm:prSet>
      <dgm:spPr/>
    </dgm:pt>
    <dgm:pt modelId="{42EC8E7E-C864-4105-9A68-C5D61F2C009B}" type="pres">
      <dgm:prSet presAssocID="{C4DF4B98-503F-4E4B-ADBB-B9FE23F254B6}" presName="sibTrans" presStyleCnt="0"/>
      <dgm:spPr/>
    </dgm:pt>
    <dgm:pt modelId="{52CE502B-66BA-4393-B31C-B545B40389BC}" type="pres">
      <dgm:prSet presAssocID="{4C992E0E-0B02-4AB0-A944-B356B65A8B05}" presName="compNode" presStyleCnt="0"/>
      <dgm:spPr/>
    </dgm:pt>
    <dgm:pt modelId="{FCCF8906-CEDF-4825-95E4-2099CBF6F07D}" type="pres">
      <dgm:prSet presAssocID="{4C992E0E-0B02-4AB0-A944-B356B65A8B05}" presName="iconBgRect" presStyleLbl="bgShp" presStyleIdx="3" presStyleCnt="6"/>
      <dgm:spPr/>
    </dgm:pt>
    <dgm:pt modelId="{04706D9C-88D7-422B-9CFD-D4A2082E191F}" type="pres">
      <dgm:prSet presAssocID="{4C992E0E-0B02-4AB0-A944-B356B65A8B0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sa"/>
        </a:ext>
      </dgm:extLst>
    </dgm:pt>
    <dgm:pt modelId="{F6D5BBC5-DF2F-41CC-BCBF-2C0DED25F3FF}" type="pres">
      <dgm:prSet presAssocID="{4C992E0E-0B02-4AB0-A944-B356B65A8B05}" presName="spaceRect" presStyleCnt="0"/>
      <dgm:spPr/>
    </dgm:pt>
    <dgm:pt modelId="{A9764F95-A5C9-474B-A2DD-AD03CEDA4C4E}" type="pres">
      <dgm:prSet presAssocID="{4C992E0E-0B02-4AB0-A944-B356B65A8B05}" presName="textRect" presStyleLbl="revTx" presStyleIdx="3" presStyleCnt="6">
        <dgm:presLayoutVars>
          <dgm:chMax val="1"/>
          <dgm:chPref val="1"/>
        </dgm:presLayoutVars>
      </dgm:prSet>
      <dgm:spPr/>
    </dgm:pt>
    <dgm:pt modelId="{19097A25-873D-443A-98E9-56C636C0E84D}" type="pres">
      <dgm:prSet presAssocID="{0A07F215-22F9-4D6F-A5F8-555C73C0BC67}" presName="sibTrans" presStyleCnt="0"/>
      <dgm:spPr/>
    </dgm:pt>
    <dgm:pt modelId="{93CDED48-3118-4B94-9966-8D814B1CEF22}" type="pres">
      <dgm:prSet presAssocID="{83402C97-79D1-4BA3-94A8-34BF482591C1}" presName="compNode" presStyleCnt="0"/>
      <dgm:spPr/>
    </dgm:pt>
    <dgm:pt modelId="{3F00F0AA-C4DB-4B09-BB10-7E1F722BB057}" type="pres">
      <dgm:prSet presAssocID="{83402C97-79D1-4BA3-94A8-34BF482591C1}" presName="iconBgRect" presStyleLbl="bgShp" presStyleIdx="4" presStyleCnt="6"/>
      <dgm:spPr/>
    </dgm:pt>
    <dgm:pt modelId="{B2B2D34A-90C3-4B2B-A7DF-A369C5F9F8C6}" type="pres">
      <dgm:prSet presAssocID="{83402C97-79D1-4BA3-94A8-34BF482591C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40AA9624-B89E-4323-AAB4-BA29EEDA6E82}" type="pres">
      <dgm:prSet presAssocID="{83402C97-79D1-4BA3-94A8-34BF482591C1}" presName="spaceRect" presStyleCnt="0"/>
      <dgm:spPr/>
    </dgm:pt>
    <dgm:pt modelId="{41304AE7-FFF4-41F2-B1A2-9AB6FDF66B94}" type="pres">
      <dgm:prSet presAssocID="{83402C97-79D1-4BA3-94A8-34BF482591C1}" presName="textRect" presStyleLbl="revTx" presStyleIdx="4" presStyleCnt="6">
        <dgm:presLayoutVars>
          <dgm:chMax val="1"/>
          <dgm:chPref val="1"/>
        </dgm:presLayoutVars>
      </dgm:prSet>
      <dgm:spPr/>
    </dgm:pt>
    <dgm:pt modelId="{068C7E82-7E37-4394-9327-B8D5D40F577A}" type="pres">
      <dgm:prSet presAssocID="{51D0DA40-2503-4BFE-B9A0-6E1CD95FC887}" presName="sibTrans" presStyleCnt="0"/>
      <dgm:spPr/>
    </dgm:pt>
    <dgm:pt modelId="{DDB85E6C-4552-4809-97CA-0077482610ED}" type="pres">
      <dgm:prSet presAssocID="{7C912487-0F3B-4DA8-9D63-FFBB0EDE0F55}" presName="compNode" presStyleCnt="0"/>
      <dgm:spPr/>
    </dgm:pt>
    <dgm:pt modelId="{DE36D341-5DC4-49E9-8203-6B8C2C15F4A4}" type="pres">
      <dgm:prSet presAssocID="{7C912487-0F3B-4DA8-9D63-FFBB0EDE0F55}" presName="iconBgRect" presStyleLbl="bgShp" presStyleIdx="5" presStyleCnt="6"/>
      <dgm:spPr/>
    </dgm:pt>
    <dgm:pt modelId="{58749D4D-123B-4218-927C-5B98CB17D396}" type="pres">
      <dgm:prSet presAssocID="{7C912487-0F3B-4DA8-9D63-FFBB0EDE0F5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F0275A80-4822-440E-B58D-96187CD69456}" type="pres">
      <dgm:prSet presAssocID="{7C912487-0F3B-4DA8-9D63-FFBB0EDE0F55}" presName="spaceRect" presStyleCnt="0"/>
      <dgm:spPr/>
    </dgm:pt>
    <dgm:pt modelId="{7196921B-069F-4C1F-B580-81D41510FD9C}" type="pres">
      <dgm:prSet presAssocID="{7C912487-0F3B-4DA8-9D63-FFBB0EDE0F55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2A669312-DD08-4175-926E-91492EF20299}" srcId="{E2C9B5B8-450B-4E13-8C6C-12EC9A7C6968}" destId="{3F9DFAED-FCFB-459C-9044-F9FD9D7E9DC8}" srcOrd="2" destOrd="0" parTransId="{5D1FCCFB-C78F-4A29-909D-296A4DF6BC73}" sibTransId="{C4DF4B98-503F-4E4B-ADBB-B9FE23F254B6}"/>
    <dgm:cxn modelId="{7FA28820-5C19-4E40-BB6A-E8A9DA777331}" type="presOf" srcId="{E2C9B5B8-450B-4E13-8C6C-12EC9A7C6968}" destId="{671DA395-F929-485D-9EE2-A93302AAE312}" srcOrd="0" destOrd="0" presId="urn:microsoft.com/office/officeart/2018/5/layout/IconCircleLabelList"/>
    <dgm:cxn modelId="{C95DAE2C-FF1A-4971-81AA-209FD4604DA1}" srcId="{E2C9B5B8-450B-4E13-8C6C-12EC9A7C6968}" destId="{423B865D-DDF6-4AD5-A771-7CA00FA77027}" srcOrd="0" destOrd="0" parTransId="{9527C333-FE42-4F69-8A57-418BEA1993F4}" sibTransId="{EA7FB1D6-0D7C-4558-8CD7-362B4872635C}"/>
    <dgm:cxn modelId="{0BFEF739-0279-47AF-B165-B1CD98CA3143}" type="presOf" srcId="{38D9A818-1EC3-41B4-9A22-B2261FA493BF}" destId="{6F1FE531-2826-42FC-AD6A-C144A7D3885C}" srcOrd="0" destOrd="0" presId="urn:microsoft.com/office/officeart/2018/5/layout/IconCircleLabelList"/>
    <dgm:cxn modelId="{68210861-7ABB-4C21-8A86-9095822EC42F}" type="presOf" srcId="{423B865D-DDF6-4AD5-A771-7CA00FA77027}" destId="{19D0237C-FC45-440C-BC21-C14020223715}" srcOrd="0" destOrd="0" presId="urn:microsoft.com/office/officeart/2018/5/layout/IconCircleLabelList"/>
    <dgm:cxn modelId="{F2B7E375-A5B6-40F1-9060-9A1AFE45412E}" type="presOf" srcId="{3F9DFAED-FCFB-459C-9044-F9FD9D7E9DC8}" destId="{A9A5738D-6957-4E4B-9088-80D0BF69A098}" srcOrd="0" destOrd="0" presId="urn:microsoft.com/office/officeart/2018/5/layout/IconCircleLabelList"/>
    <dgm:cxn modelId="{FE8C9F86-6B0D-4D91-BEEF-15EC60A674B6}" type="presOf" srcId="{7C912487-0F3B-4DA8-9D63-FFBB0EDE0F55}" destId="{7196921B-069F-4C1F-B580-81D41510FD9C}" srcOrd="0" destOrd="0" presId="urn:microsoft.com/office/officeart/2018/5/layout/IconCircleLabelList"/>
    <dgm:cxn modelId="{F784038F-B61A-4736-B119-88440DDD6978}" srcId="{E2C9B5B8-450B-4E13-8C6C-12EC9A7C6968}" destId="{7C912487-0F3B-4DA8-9D63-FFBB0EDE0F55}" srcOrd="5" destOrd="0" parTransId="{9A0D961C-32D4-4780-AC6A-8ED5997826FE}" sibTransId="{ADDD8A47-594A-40EC-A61A-07000F499D22}"/>
    <dgm:cxn modelId="{238D27B7-A6A6-4D2D-B5EC-DD86571BFE09}" srcId="{E2C9B5B8-450B-4E13-8C6C-12EC9A7C6968}" destId="{83402C97-79D1-4BA3-94A8-34BF482591C1}" srcOrd="4" destOrd="0" parTransId="{8B6C8635-F40C-492B-88A9-56A4A5F83448}" sibTransId="{51D0DA40-2503-4BFE-B9A0-6E1CD95FC887}"/>
    <dgm:cxn modelId="{7040CEC9-5803-4489-B932-72659D5AC3A6}" srcId="{E2C9B5B8-450B-4E13-8C6C-12EC9A7C6968}" destId="{38D9A818-1EC3-41B4-9A22-B2261FA493BF}" srcOrd="1" destOrd="0" parTransId="{1307B19D-5791-4CAF-A84F-DE31BA5F5746}" sibTransId="{B4F5642C-8662-4D7D-9B03-8DF39DECE7B3}"/>
    <dgm:cxn modelId="{5DEE19E8-D780-493D-AF0B-C3B2251BB7CD}" srcId="{E2C9B5B8-450B-4E13-8C6C-12EC9A7C6968}" destId="{4C992E0E-0B02-4AB0-A944-B356B65A8B05}" srcOrd="3" destOrd="0" parTransId="{1216622B-E5FB-4437-B41D-15833C58A6FA}" sibTransId="{0A07F215-22F9-4D6F-A5F8-555C73C0BC67}"/>
    <dgm:cxn modelId="{946F63E9-8CB5-4C2E-9D69-3E836AF87DBE}" type="presOf" srcId="{4C992E0E-0B02-4AB0-A944-B356B65A8B05}" destId="{A9764F95-A5C9-474B-A2DD-AD03CEDA4C4E}" srcOrd="0" destOrd="0" presId="urn:microsoft.com/office/officeart/2018/5/layout/IconCircleLabelList"/>
    <dgm:cxn modelId="{67572DF4-4C18-44DB-AD04-EF8D618E2DDB}" type="presOf" srcId="{83402C97-79D1-4BA3-94A8-34BF482591C1}" destId="{41304AE7-FFF4-41F2-B1A2-9AB6FDF66B94}" srcOrd="0" destOrd="0" presId="urn:microsoft.com/office/officeart/2018/5/layout/IconCircleLabelList"/>
    <dgm:cxn modelId="{6D4BE65F-7E85-4B04-862E-D62269268D9E}" type="presParOf" srcId="{671DA395-F929-485D-9EE2-A93302AAE312}" destId="{E78A5886-D7FE-4427-A078-55A8E4B20962}" srcOrd="0" destOrd="0" presId="urn:microsoft.com/office/officeart/2018/5/layout/IconCircleLabelList"/>
    <dgm:cxn modelId="{488FA347-0CBD-44A9-A4F9-B4DFF761F382}" type="presParOf" srcId="{E78A5886-D7FE-4427-A078-55A8E4B20962}" destId="{A657DDB5-E225-40A2-94F7-F14D8240F1C8}" srcOrd="0" destOrd="0" presId="urn:microsoft.com/office/officeart/2018/5/layout/IconCircleLabelList"/>
    <dgm:cxn modelId="{B37C8EAD-7D15-465E-A1C9-BD01BEC6CB40}" type="presParOf" srcId="{E78A5886-D7FE-4427-A078-55A8E4B20962}" destId="{004D18EA-F0FA-456D-9B66-B94C6A7453D6}" srcOrd="1" destOrd="0" presId="urn:microsoft.com/office/officeart/2018/5/layout/IconCircleLabelList"/>
    <dgm:cxn modelId="{8B4B76BC-0EA1-44B2-9F74-13B2DBD9DC48}" type="presParOf" srcId="{E78A5886-D7FE-4427-A078-55A8E4B20962}" destId="{A1070A2D-1395-441C-AC55-393207057625}" srcOrd="2" destOrd="0" presId="urn:microsoft.com/office/officeart/2018/5/layout/IconCircleLabelList"/>
    <dgm:cxn modelId="{986409F8-7E03-443D-9D2E-C1F05CE6CFF4}" type="presParOf" srcId="{E78A5886-D7FE-4427-A078-55A8E4B20962}" destId="{19D0237C-FC45-440C-BC21-C14020223715}" srcOrd="3" destOrd="0" presId="urn:microsoft.com/office/officeart/2018/5/layout/IconCircleLabelList"/>
    <dgm:cxn modelId="{6A410925-6918-4928-8505-F270E6669B50}" type="presParOf" srcId="{671DA395-F929-485D-9EE2-A93302AAE312}" destId="{FFF2D5DB-8873-433B-B4C4-DB32C3D89D69}" srcOrd="1" destOrd="0" presId="urn:microsoft.com/office/officeart/2018/5/layout/IconCircleLabelList"/>
    <dgm:cxn modelId="{F2C78E45-6EFE-4464-B372-A6119AB2A566}" type="presParOf" srcId="{671DA395-F929-485D-9EE2-A93302AAE312}" destId="{2649B6B1-A451-468F-81B9-C7E2A5658AF7}" srcOrd="2" destOrd="0" presId="urn:microsoft.com/office/officeart/2018/5/layout/IconCircleLabelList"/>
    <dgm:cxn modelId="{2082A3F2-9DAA-4BBC-97DC-BD9BDD4E9568}" type="presParOf" srcId="{2649B6B1-A451-468F-81B9-C7E2A5658AF7}" destId="{D7D2AD9A-D5D8-4DD5-AD27-3038AA8B00EC}" srcOrd="0" destOrd="0" presId="urn:microsoft.com/office/officeart/2018/5/layout/IconCircleLabelList"/>
    <dgm:cxn modelId="{49EC0C76-5761-4921-8B6C-DB29118A9A6B}" type="presParOf" srcId="{2649B6B1-A451-468F-81B9-C7E2A5658AF7}" destId="{B9196932-7373-4A97-A43C-1F172507E87A}" srcOrd="1" destOrd="0" presId="urn:microsoft.com/office/officeart/2018/5/layout/IconCircleLabelList"/>
    <dgm:cxn modelId="{D8A99FFB-2F8F-4C8E-B363-EC91FFC0A1BC}" type="presParOf" srcId="{2649B6B1-A451-468F-81B9-C7E2A5658AF7}" destId="{CB06738E-50A9-4F2F-B51E-E3BC06649052}" srcOrd="2" destOrd="0" presId="urn:microsoft.com/office/officeart/2018/5/layout/IconCircleLabelList"/>
    <dgm:cxn modelId="{FB937462-5C43-48C8-9B29-29634C4C9083}" type="presParOf" srcId="{2649B6B1-A451-468F-81B9-C7E2A5658AF7}" destId="{6F1FE531-2826-42FC-AD6A-C144A7D3885C}" srcOrd="3" destOrd="0" presId="urn:microsoft.com/office/officeart/2018/5/layout/IconCircleLabelList"/>
    <dgm:cxn modelId="{D5C5C0C9-D91C-4F3A-B492-93F4ADE5DF74}" type="presParOf" srcId="{671DA395-F929-485D-9EE2-A93302AAE312}" destId="{60F19CE7-A097-4608-BD04-CE24AA5B139A}" srcOrd="3" destOrd="0" presId="urn:microsoft.com/office/officeart/2018/5/layout/IconCircleLabelList"/>
    <dgm:cxn modelId="{47DA324B-07CA-448D-8C1C-F1B36C95CCDE}" type="presParOf" srcId="{671DA395-F929-485D-9EE2-A93302AAE312}" destId="{83C7F905-0BD5-47FC-9012-4C2728593795}" srcOrd="4" destOrd="0" presId="urn:microsoft.com/office/officeart/2018/5/layout/IconCircleLabelList"/>
    <dgm:cxn modelId="{17202C34-8545-4CC1-82DB-1D0610CAC767}" type="presParOf" srcId="{83C7F905-0BD5-47FC-9012-4C2728593795}" destId="{19549B83-D4C6-4C09-84CB-9B7F29392462}" srcOrd="0" destOrd="0" presId="urn:microsoft.com/office/officeart/2018/5/layout/IconCircleLabelList"/>
    <dgm:cxn modelId="{55A48612-6B36-4337-86E7-1C4501E7320D}" type="presParOf" srcId="{83C7F905-0BD5-47FC-9012-4C2728593795}" destId="{CEBBA8E9-20F8-480C-A204-592B84CDBE48}" srcOrd="1" destOrd="0" presId="urn:microsoft.com/office/officeart/2018/5/layout/IconCircleLabelList"/>
    <dgm:cxn modelId="{16CF8CE5-FAD6-4653-AA69-6FB256D09EC2}" type="presParOf" srcId="{83C7F905-0BD5-47FC-9012-4C2728593795}" destId="{166E845C-D1F0-4903-98E3-57F2B28484D7}" srcOrd="2" destOrd="0" presId="urn:microsoft.com/office/officeart/2018/5/layout/IconCircleLabelList"/>
    <dgm:cxn modelId="{1268FF32-51E5-40BF-9777-0556095179E4}" type="presParOf" srcId="{83C7F905-0BD5-47FC-9012-4C2728593795}" destId="{A9A5738D-6957-4E4B-9088-80D0BF69A098}" srcOrd="3" destOrd="0" presId="urn:microsoft.com/office/officeart/2018/5/layout/IconCircleLabelList"/>
    <dgm:cxn modelId="{10DBD08D-4F00-469D-8AAF-7CDE9CAE8196}" type="presParOf" srcId="{671DA395-F929-485D-9EE2-A93302AAE312}" destId="{42EC8E7E-C864-4105-9A68-C5D61F2C009B}" srcOrd="5" destOrd="0" presId="urn:microsoft.com/office/officeart/2018/5/layout/IconCircleLabelList"/>
    <dgm:cxn modelId="{EDAF3654-3A1C-4CC1-8479-363A2C9B07F8}" type="presParOf" srcId="{671DA395-F929-485D-9EE2-A93302AAE312}" destId="{52CE502B-66BA-4393-B31C-B545B40389BC}" srcOrd="6" destOrd="0" presId="urn:microsoft.com/office/officeart/2018/5/layout/IconCircleLabelList"/>
    <dgm:cxn modelId="{4B46E46D-AD37-415E-8C57-C77061068610}" type="presParOf" srcId="{52CE502B-66BA-4393-B31C-B545B40389BC}" destId="{FCCF8906-CEDF-4825-95E4-2099CBF6F07D}" srcOrd="0" destOrd="0" presId="urn:microsoft.com/office/officeart/2018/5/layout/IconCircleLabelList"/>
    <dgm:cxn modelId="{E8C3792C-6B1E-459B-A417-441366B3928F}" type="presParOf" srcId="{52CE502B-66BA-4393-B31C-B545B40389BC}" destId="{04706D9C-88D7-422B-9CFD-D4A2082E191F}" srcOrd="1" destOrd="0" presId="urn:microsoft.com/office/officeart/2018/5/layout/IconCircleLabelList"/>
    <dgm:cxn modelId="{063D584C-D24C-4C93-9C4E-582D1B5D113C}" type="presParOf" srcId="{52CE502B-66BA-4393-B31C-B545B40389BC}" destId="{F6D5BBC5-DF2F-41CC-BCBF-2C0DED25F3FF}" srcOrd="2" destOrd="0" presId="urn:microsoft.com/office/officeart/2018/5/layout/IconCircleLabelList"/>
    <dgm:cxn modelId="{286F4898-5F43-4DD7-98CF-8561C6F85DBC}" type="presParOf" srcId="{52CE502B-66BA-4393-B31C-B545B40389BC}" destId="{A9764F95-A5C9-474B-A2DD-AD03CEDA4C4E}" srcOrd="3" destOrd="0" presId="urn:microsoft.com/office/officeart/2018/5/layout/IconCircleLabelList"/>
    <dgm:cxn modelId="{82A615AA-02F6-45F9-A417-8206791D6596}" type="presParOf" srcId="{671DA395-F929-485D-9EE2-A93302AAE312}" destId="{19097A25-873D-443A-98E9-56C636C0E84D}" srcOrd="7" destOrd="0" presId="urn:microsoft.com/office/officeart/2018/5/layout/IconCircleLabelList"/>
    <dgm:cxn modelId="{21E931E8-AF62-494E-8E0A-2968C944E727}" type="presParOf" srcId="{671DA395-F929-485D-9EE2-A93302AAE312}" destId="{93CDED48-3118-4B94-9966-8D814B1CEF22}" srcOrd="8" destOrd="0" presId="urn:microsoft.com/office/officeart/2018/5/layout/IconCircleLabelList"/>
    <dgm:cxn modelId="{8BF90861-7F05-454C-A7F0-2B7958F8FCC7}" type="presParOf" srcId="{93CDED48-3118-4B94-9966-8D814B1CEF22}" destId="{3F00F0AA-C4DB-4B09-BB10-7E1F722BB057}" srcOrd="0" destOrd="0" presId="urn:microsoft.com/office/officeart/2018/5/layout/IconCircleLabelList"/>
    <dgm:cxn modelId="{30DA4558-715A-4E6C-AC95-B4D4C31C0AC1}" type="presParOf" srcId="{93CDED48-3118-4B94-9966-8D814B1CEF22}" destId="{B2B2D34A-90C3-4B2B-A7DF-A369C5F9F8C6}" srcOrd="1" destOrd="0" presId="urn:microsoft.com/office/officeart/2018/5/layout/IconCircleLabelList"/>
    <dgm:cxn modelId="{DA6F03C1-194C-484C-B3AB-6037C779C745}" type="presParOf" srcId="{93CDED48-3118-4B94-9966-8D814B1CEF22}" destId="{40AA9624-B89E-4323-AAB4-BA29EEDA6E82}" srcOrd="2" destOrd="0" presId="urn:microsoft.com/office/officeart/2018/5/layout/IconCircleLabelList"/>
    <dgm:cxn modelId="{AA06BF47-3DBD-492C-AB9F-D073989D710F}" type="presParOf" srcId="{93CDED48-3118-4B94-9966-8D814B1CEF22}" destId="{41304AE7-FFF4-41F2-B1A2-9AB6FDF66B94}" srcOrd="3" destOrd="0" presId="urn:microsoft.com/office/officeart/2018/5/layout/IconCircleLabelList"/>
    <dgm:cxn modelId="{D21F2FF8-376A-4EB1-9AF1-758DFB2FF572}" type="presParOf" srcId="{671DA395-F929-485D-9EE2-A93302AAE312}" destId="{068C7E82-7E37-4394-9327-B8D5D40F577A}" srcOrd="9" destOrd="0" presId="urn:microsoft.com/office/officeart/2018/5/layout/IconCircleLabelList"/>
    <dgm:cxn modelId="{7814C9A8-46B5-4707-AFFA-E46B3B361040}" type="presParOf" srcId="{671DA395-F929-485D-9EE2-A93302AAE312}" destId="{DDB85E6C-4552-4809-97CA-0077482610ED}" srcOrd="10" destOrd="0" presId="urn:microsoft.com/office/officeart/2018/5/layout/IconCircleLabelList"/>
    <dgm:cxn modelId="{C640B061-30D5-4508-964B-24C3CA93AF4C}" type="presParOf" srcId="{DDB85E6C-4552-4809-97CA-0077482610ED}" destId="{DE36D341-5DC4-49E9-8203-6B8C2C15F4A4}" srcOrd="0" destOrd="0" presId="urn:microsoft.com/office/officeart/2018/5/layout/IconCircleLabelList"/>
    <dgm:cxn modelId="{8D9F5B82-090D-447C-A749-91BD9E75FF58}" type="presParOf" srcId="{DDB85E6C-4552-4809-97CA-0077482610ED}" destId="{58749D4D-123B-4218-927C-5B98CB17D396}" srcOrd="1" destOrd="0" presId="urn:microsoft.com/office/officeart/2018/5/layout/IconCircleLabelList"/>
    <dgm:cxn modelId="{3B4131B5-DA3B-46DB-B579-565F46326520}" type="presParOf" srcId="{DDB85E6C-4552-4809-97CA-0077482610ED}" destId="{F0275A80-4822-440E-B58D-96187CD69456}" srcOrd="2" destOrd="0" presId="urn:microsoft.com/office/officeart/2018/5/layout/IconCircleLabelList"/>
    <dgm:cxn modelId="{AAF61D0C-7744-4F0C-BBA5-4413F26366B4}" type="presParOf" srcId="{DDB85E6C-4552-4809-97CA-0077482610ED}" destId="{7196921B-069F-4C1F-B580-81D41510FD9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ADC598-9A25-4148-A00B-62A7C3676288}">
      <dsp:nvSpPr>
        <dsp:cNvPr id="0" name=""/>
        <dsp:cNvSpPr/>
      </dsp:nvSpPr>
      <dsp:spPr>
        <a:xfrm>
          <a:off x="0" y="58187"/>
          <a:ext cx="5513832" cy="1168830"/>
        </a:xfrm>
        <a:prstGeom prst="roundRect">
          <a:avLst/>
        </a:prstGeom>
        <a:solidFill>
          <a:schemeClr val="bg1"/>
        </a:solidFill>
        <a:ln w="19050" cap="flat" cmpd="sng" algn="ctr">
          <a:solidFill>
            <a:schemeClr val="bg1">
              <a:alpha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dirty="0"/>
            <a:t>• El DOM es el </a:t>
          </a:r>
          <a:r>
            <a:rPr lang="es-ES" sz="2700" kern="1200" dirty="0" err="1"/>
            <a:t>Document</a:t>
          </a:r>
          <a:r>
            <a:rPr lang="es-ES" sz="2700" kern="1200" dirty="0"/>
            <a:t> </a:t>
          </a:r>
          <a:r>
            <a:rPr lang="es-ES" sz="2700" kern="1200" dirty="0" err="1"/>
            <a:t>Object</a:t>
          </a:r>
          <a:r>
            <a:rPr lang="es-ES" sz="2700" kern="1200" dirty="0"/>
            <a:t> </a:t>
          </a:r>
          <a:r>
            <a:rPr lang="es-ES" sz="2700" kern="1200" dirty="0" err="1"/>
            <a:t>Model</a:t>
          </a:r>
          <a:r>
            <a:rPr lang="es-ES" sz="2700" kern="1200" dirty="0"/>
            <a:t>.</a:t>
          </a:r>
          <a:endParaRPr lang="en-US" sz="2700" kern="1200" dirty="0"/>
        </a:p>
      </dsp:txBody>
      <dsp:txXfrm>
        <a:off x="57058" y="115245"/>
        <a:ext cx="5399716" cy="1054714"/>
      </dsp:txXfrm>
    </dsp:sp>
    <dsp:sp modelId="{32FB4E6A-FD48-48B6-8F1E-2D154567F9BF}">
      <dsp:nvSpPr>
        <dsp:cNvPr id="0" name=""/>
        <dsp:cNvSpPr/>
      </dsp:nvSpPr>
      <dsp:spPr>
        <a:xfrm>
          <a:off x="0" y="1304777"/>
          <a:ext cx="5513832" cy="1168830"/>
        </a:xfrm>
        <a:prstGeom prst="roundRect">
          <a:avLst/>
        </a:prstGeom>
        <a:solidFill>
          <a:schemeClr val="tx2">
            <a:lumMod val="1000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dirty="0"/>
            <a:t>• Cada etiqueta, texto o comentario es un nodo.</a:t>
          </a:r>
          <a:endParaRPr lang="en-US" sz="2700" kern="1200" dirty="0"/>
        </a:p>
      </dsp:txBody>
      <dsp:txXfrm>
        <a:off x="57058" y="1361835"/>
        <a:ext cx="5399716" cy="1054714"/>
      </dsp:txXfrm>
    </dsp:sp>
    <dsp:sp modelId="{51C66471-7C28-4630-953B-BBC4F122B60C}">
      <dsp:nvSpPr>
        <dsp:cNvPr id="0" name=""/>
        <dsp:cNvSpPr/>
      </dsp:nvSpPr>
      <dsp:spPr>
        <a:xfrm>
          <a:off x="0" y="2551367"/>
          <a:ext cx="5513832" cy="1168830"/>
        </a:xfrm>
        <a:prstGeom prst="roundRect">
          <a:avLst/>
        </a:prstGeom>
        <a:solidFill>
          <a:schemeClr val="bg1"/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dirty="0"/>
            <a:t>• Representa el HTML como un árbol de nodos.</a:t>
          </a:r>
          <a:endParaRPr lang="en-US" sz="2700" kern="1200" dirty="0"/>
        </a:p>
      </dsp:txBody>
      <dsp:txXfrm>
        <a:off x="57058" y="2608425"/>
        <a:ext cx="5399716" cy="1054714"/>
      </dsp:txXfrm>
    </dsp:sp>
    <dsp:sp modelId="{8E602CB6-803E-4F76-BBED-A7BDE109A1F3}">
      <dsp:nvSpPr>
        <dsp:cNvPr id="0" name=""/>
        <dsp:cNvSpPr/>
      </dsp:nvSpPr>
      <dsp:spPr>
        <a:xfrm>
          <a:off x="0" y="3803401"/>
          <a:ext cx="5513832" cy="1168830"/>
        </a:xfrm>
        <a:prstGeom prst="roundRect">
          <a:avLst/>
        </a:prstGeom>
        <a:solidFill>
          <a:schemeClr val="bg1"/>
        </a:solidFill>
        <a:ln w="19050" cap="flat" cmpd="sng" algn="ctr">
          <a:solidFill>
            <a:schemeClr val="accent1">
              <a:alpha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dirty="0"/>
            <a:t>• Permite manipular el documento desde JavaScript.</a:t>
          </a:r>
          <a:endParaRPr lang="en-US" sz="2700" kern="1200" dirty="0"/>
        </a:p>
      </dsp:txBody>
      <dsp:txXfrm>
        <a:off x="57058" y="3860459"/>
        <a:ext cx="5399716" cy="10547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773700-41B7-4159-BB85-9E3B2D348AB0}">
      <dsp:nvSpPr>
        <dsp:cNvPr id="0" name=""/>
        <dsp:cNvSpPr/>
      </dsp:nvSpPr>
      <dsp:spPr>
        <a:xfrm>
          <a:off x="2805294" y="671065"/>
          <a:ext cx="5182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8267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50706" y="714041"/>
        <a:ext cx="27443" cy="5488"/>
      </dsp:txXfrm>
    </dsp:sp>
    <dsp:sp modelId="{4DD905FB-2FFF-451A-9C59-C116E96C1935}">
      <dsp:nvSpPr>
        <dsp:cNvPr id="0" name=""/>
        <dsp:cNvSpPr/>
      </dsp:nvSpPr>
      <dsp:spPr>
        <a:xfrm>
          <a:off x="420715" y="872"/>
          <a:ext cx="2386378" cy="143182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6935" tIns="122743" rIns="116935" bIns="12274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/>
            <a:t>innerHTML es una propiedad, no un método.</a:t>
          </a:r>
          <a:endParaRPr lang="en-US" sz="2000" kern="1200"/>
        </a:p>
      </dsp:txBody>
      <dsp:txXfrm>
        <a:off x="420715" y="872"/>
        <a:ext cx="2386378" cy="1431827"/>
      </dsp:txXfrm>
    </dsp:sp>
    <dsp:sp modelId="{EA6565EC-237C-40A2-8E35-93563EBB6260}">
      <dsp:nvSpPr>
        <dsp:cNvPr id="0" name=""/>
        <dsp:cNvSpPr/>
      </dsp:nvSpPr>
      <dsp:spPr>
        <a:xfrm>
          <a:off x="1613905" y="1430899"/>
          <a:ext cx="2935245" cy="518267"/>
        </a:xfrm>
        <a:custGeom>
          <a:avLst/>
          <a:gdLst/>
          <a:ahLst/>
          <a:cxnLst/>
          <a:rect l="0" t="0" r="0" b="0"/>
          <a:pathLst>
            <a:path>
              <a:moveTo>
                <a:pt x="2935245" y="0"/>
              </a:moveTo>
              <a:lnTo>
                <a:pt x="2935245" y="276233"/>
              </a:lnTo>
              <a:lnTo>
                <a:pt x="0" y="276233"/>
              </a:lnTo>
              <a:lnTo>
                <a:pt x="0" y="518267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06874" y="1687288"/>
        <a:ext cx="149306" cy="5488"/>
      </dsp:txXfrm>
    </dsp:sp>
    <dsp:sp modelId="{F17B92EC-19C1-46AE-977F-02FCC82DD963}">
      <dsp:nvSpPr>
        <dsp:cNvPr id="0" name=""/>
        <dsp:cNvSpPr/>
      </dsp:nvSpPr>
      <dsp:spPr>
        <a:xfrm>
          <a:off x="3355961" y="872"/>
          <a:ext cx="2386378" cy="143182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6935" tIns="122743" rIns="116935" bIns="12274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/>
            <a:t>Pertenece al objeto Element.</a:t>
          </a:r>
          <a:endParaRPr lang="en-US" sz="2000" kern="1200"/>
        </a:p>
      </dsp:txBody>
      <dsp:txXfrm>
        <a:off x="3355961" y="872"/>
        <a:ext cx="2386378" cy="1431827"/>
      </dsp:txXfrm>
    </dsp:sp>
    <dsp:sp modelId="{2585A543-0A2A-4834-BC48-C78A8049ADA4}">
      <dsp:nvSpPr>
        <dsp:cNvPr id="0" name=""/>
        <dsp:cNvSpPr/>
      </dsp:nvSpPr>
      <dsp:spPr>
        <a:xfrm>
          <a:off x="2805294" y="2651760"/>
          <a:ext cx="5182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8267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50706" y="2694735"/>
        <a:ext cx="27443" cy="5488"/>
      </dsp:txXfrm>
    </dsp:sp>
    <dsp:sp modelId="{F47F9008-6E98-4100-890A-536367F8F627}">
      <dsp:nvSpPr>
        <dsp:cNvPr id="0" name=""/>
        <dsp:cNvSpPr/>
      </dsp:nvSpPr>
      <dsp:spPr>
        <a:xfrm>
          <a:off x="420715" y="1981566"/>
          <a:ext cx="2386378" cy="143182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6935" tIns="122743" rIns="116935" bIns="12274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/>
            <a:t>Al asignarle un valor:</a:t>
          </a:r>
          <a:endParaRPr lang="en-US" sz="2000" kern="1200"/>
        </a:p>
      </dsp:txBody>
      <dsp:txXfrm>
        <a:off x="420715" y="1981566"/>
        <a:ext cx="2386378" cy="1431827"/>
      </dsp:txXfrm>
    </dsp:sp>
    <dsp:sp modelId="{44DAF1B6-0486-403E-8A9E-0904F8EA0EE3}">
      <dsp:nvSpPr>
        <dsp:cNvPr id="0" name=""/>
        <dsp:cNvSpPr/>
      </dsp:nvSpPr>
      <dsp:spPr>
        <a:xfrm>
          <a:off x="1613905" y="3411593"/>
          <a:ext cx="2935245" cy="518267"/>
        </a:xfrm>
        <a:custGeom>
          <a:avLst/>
          <a:gdLst/>
          <a:ahLst/>
          <a:cxnLst/>
          <a:rect l="0" t="0" r="0" b="0"/>
          <a:pathLst>
            <a:path>
              <a:moveTo>
                <a:pt x="2935245" y="0"/>
              </a:moveTo>
              <a:lnTo>
                <a:pt x="2935245" y="276233"/>
              </a:lnTo>
              <a:lnTo>
                <a:pt x="0" y="276233"/>
              </a:lnTo>
              <a:lnTo>
                <a:pt x="0" y="518267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06874" y="3667982"/>
        <a:ext cx="149306" cy="5488"/>
      </dsp:txXfrm>
    </dsp:sp>
    <dsp:sp modelId="{0787FCCA-88F8-45C3-AAFD-E932EBB7B427}">
      <dsp:nvSpPr>
        <dsp:cNvPr id="0" name=""/>
        <dsp:cNvSpPr/>
      </dsp:nvSpPr>
      <dsp:spPr>
        <a:xfrm>
          <a:off x="3355961" y="1981566"/>
          <a:ext cx="2386378" cy="143182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6935" tIns="122743" rIns="116935" bIns="12274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/>
            <a:t>El navegador borra el contenido interno del elemento.</a:t>
          </a:r>
          <a:endParaRPr lang="en-US" sz="2000" kern="1200"/>
        </a:p>
      </dsp:txBody>
      <dsp:txXfrm>
        <a:off x="3355961" y="1981566"/>
        <a:ext cx="2386378" cy="1431827"/>
      </dsp:txXfrm>
    </dsp:sp>
    <dsp:sp modelId="{3528C00C-4056-407D-B3AB-1E85CC9B02BC}">
      <dsp:nvSpPr>
        <dsp:cNvPr id="0" name=""/>
        <dsp:cNvSpPr/>
      </dsp:nvSpPr>
      <dsp:spPr>
        <a:xfrm>
          <a:off x="2805294" y="4632454"/>
          <a:ext cx="5182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8267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50706" y="4675429"/>
        <a:ext cx="27443" cy="5488"/>
      </dsp:txXfrm>
    </dsp:sp>
    <dsp:sp modelId="{7EE9F825-E96F-43C0-A0D3-6827DE6B1C4E}">
      <dsp:nvSpPr>
        <dsp:cNvPr id="0" name=""/>
        <dsp:cNvSpPr/>
      </dsp:nvSpPr>
      <dsp:spPr>
        <a:xfrm>
          <a:off x="420715" y="3962260"/>
          <a:ext cx="2386378" cy="143182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6935" tIns="122743" rIns="116935" bIns="12274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/>
            <a:t>Interpreta el string como HTML.</a:t>
          </a:r>
          <a:endParaRPr lang="en-US" sz="2000" kern="1200"/>
        </a:p>
      </dsp:txBody>
      <dsp:txXfrm>
        <a:off x="420715" y="3962260"/>
        <a:ext cx="2386378" cy="1431827"/>
      </dsp:txXfrm>
    </dsp:sp>
    <dsp:sp modelId="{D83D6CF0-D07C-4890-9A31-75D38ED69AB3}">
      <dsp:nvSpPr>
        <dsp:cNvPr id="0" name=""/>
        <dsp:cNvSpPr/>
      </dsp:nvSpPr>
      <dsp:spPr>
        <a:xfrm>
          <a:off x="3355961" y="3962260"/>
          <a:ext cx="2386378" cy="143182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6935" tIns="122743" rIns="116935" bIns="12274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/>
            <a:t>Reconstruye los nodos hijos.</a:t>
          </a:r>
          <a:endParaRPr lang="en-US" sz="2000" kern="1200"/>
        </a:p>
      </dsp:txBody>
      <dsp:txXfrm>
        <a:off x="3355961" y="3962260"/>
        <a:ext cx="2386378" cy="14318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57DDB5-E225-40A2-94F7-F14D8240F1C8}">
      <dsp:nvSpPr>
        <dsp:cNvPr id="0" name=""/>
        <dsp:cNvSpPr/>
      </dsp:nvSpPr>
      <dsp:spPr>
        <a:xfrm>
          <a:off x="275462" y="350814"/>
          <a:ext cx="859957" cy="85995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4D18EA-F0FA-456D-9B66-B94C6A7453D6}">
      <dsp:nvSpPr>
        <dsp:cNvPr id="0" name=""/>
        <dsp:cNvSpPr/>
      </dsp:nvSpPr>
      <dsp:spPr>
        <a:xfrm>
          <a:off x="458732" y="534083"/>
          <a:ext cx="493417" cy="4934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D0237C-FC45-440C-BC21-C14020223715}">
      <dsp:nvSpPr>
        <dsp:cNvPr id="0" name=""/>
        <dsp:cNvSpPr/>
      </dsp:nvSpPr>
      <dsp:spPr>
        <a:xfrm>
          <a:off x="558" y="1478626"/>
          <a:ext cx="1409765" cy="563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DOM = árbol de nodos.</a:t>
          </a:r>
          <a:endParaRPr lang="en-US" sz="1100" kern="1200"/>
        </a:p>
      </dsp:txBody>
      <dsp:txXfrm>
        <a:off x="558" y="1478626"/>
        <a:ext cx="1409765" cy="563906"/>
      </dsp:txXfrm>
    </dsp:sp>
    <dsp:sp modelId="{D7D2AD9A-D5D8-4DD5-AD27-3038AA8B00EC}">
      <dsp:nvSpPr>
        <dsp:cNvPr id="0" name=""/>
        <dsp:cNvSpPr/>
      </dsp:nvSpPr>
      <dsp:spPr>
        <a:xfrm>
          <a:off x="1931937" y="350814"/>
          <a:ext cx="859957" cy="85995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196932-7373-4A97-A43C-1F172507E87A}">
      <dsp:nvSpPr>
        <dsp:cNvPr id="0" name=""/>
        <dsp:cNvSpPr/>
      </dsp:nvSpPr>
      <dsp:spPr>
        <a:xfrm>
          <a:off x="2115207" y="534083"/>
          <a:ext cx="493417" cy="4934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1FE531-2826-42FC-AD6A-C144A7D3885C}">
      <dsp:nvSpPr>
        <dsp:cNvPr id="0" name=""/>
        <dsp:cNvSpPr/>
      </dsp:nvSpPr>
      <dsp:spPr>
        <a:xfrm>
          <a:off x="1657033" y="1478626"/>
          <a:ext cx="1409765" cy="563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Node = base de todos los nodos.</a:t>
          </a:r>
          <a:endParaRPr lang="en-US" sz="1100" kern="1200"/>
        </a:p>
      </dsp:txBody>
      <dsp:txXfrm>
        <a:off x="1657033" y="1478626"/>
        <a:ext cx="1409765" cy="563906"/>
      </dsp:txXfrm>
    </dsp:sp>
    <dsp:sp modelId="{19549B83-D4C6-4C09-84CB-9B7F29392462}">
      <dsp:nvSpPr>
        <dsp:cNvPr id="0" name=""/>
        <dsp:cNvSpPr/>
      </dsp:nvSpPr>
      <dsp:spPr>
        <a:xfrm>
          <a:off x="3588412" y="350814"/>
          <a:ext cx="859957" cy="85995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BBA8E9-20F8-480C-A204-592B84CDBE48}">
      <dsp:nvSpPr>
        <dsp:cNvPr id="0" name=""/>
        <dsp:cNvSpPr/>
      </dsp:nvSpPr>
      <dsp:spPr>
        <a:xfrm>
          <a:off x="3771681" y="534083"/>
          <a:ext cx="493417" cy="4934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A5738D-6957-4E4B-9088-80D0BF69A098}">
      <dsp:nvSpPr>
        <dsp:cNvPr id="0" name=""/>
        <dsp:cNvSpPr/>
      </dsp:nvSpPr>
      <dsp:spPr>
        <a:xfrm>
          <a:off x="3313507" y="1478626"/>
          <a:ext cx="1409765" cy="563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/>
            <a:t>Element = </a:t>
          </a:r>
          <a:r>
            <a:rPr lang="en-US" sz="1100" b="1" kern="1200" dirty="0" err="1"/>
            <a:t>nodo</a:t>
          </a:r>
          <a:r>
            <a:rPr lang="en-US" sz="1100" b="1" kern="1200" dirty="0"/>
            <a:t> </a:t>
          </a:r>
          <a:r>
            <a:rPr lang="en-US" sz="1100" b="1" kern="1200" dirty="0" err="1"/>
            <a:t>que</a:t>
          </a:r>
          <a:r>
            <a:rPr lang="en-US" sz="1100" b="1" kern="1200" dirty="0"/>
            <a:t> </a:t>
          </a:r>
          <a:r>
            <a:rPr lang="en-US" sz="1100" b="1" kern="1200" dirty="0" err="1"/>
            <a:t>representa</a:t>
          </a:r>
          <a:r>
            <a:rPr lang="en-US" sz="1100" b="1" kern="1200" dirty="0"/>
            <a:t> </a:t>
          </a:r>
          <a:r>
            <a:rPr lang="en-US" sz="1100" b="1" kern="1200" dirty="0" err="1"/>
            <a:t>una</a:t>
          </a:r>
          <a:r>
            <a:rPr lang="en-US" sz="1100" b="1" kern="1200" dirty="0"/>
            <a:t> </a:t>
          </a:r>
          <a:r>
            <a:rPr lang="en-US" sz="1100" b="1" kern="1200" dirty="0" err="1"/>
            <a:t>etiqueta</a:t>
          </a:r>
          <a:r>
            <a:rPr lang="en-US" sz="1100" b="1" kern="1200" dirty="0"/>
            <a:t> HTML.</a:t>
          </a:r>
          <a:endParaRPr lang="en-US" sz="1100" kern="1200" dirty="0"/>
        </a:p>
      </dsp:txBody>
      <dsp:txXfrm>
        <a:off x="3313507" y="1478626"/>
        <a:ext cx="1409765" cy="563906"/>
      </dsp:txXfrm>
    </dsp:sp>
    <dsp:sp modelId="{FCCF8906-CEDF-4825-95E4-2099CBF6F07D}">
      <dsp:nvSpPr>
        <dsp:cNvPr id="0" name=""/>
        <dsp:cNvSpPr/>
      </dsp:nvSpPr>
      <dsp:spPr>
        <a:xfrm>
          <a:off x="5244886" y="350814"/>
          <a:ext cx="859957" cy="85995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706D9C-88D7-422B-9CFD-D4A2082E191F}">
      <dsp:nvSpPr>
        <dsp:cNvPr id="0" name=""/>
        <dsp:cNvSpPr/>
      </dsp:nvSpPr>
      <dsp:spPr>
        <a:xfrm>
          <a:off x="5428156" y="534083"/>
          <a:ext cx="493417" cy="4934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64F95-A5C9-474B-A2DD-AD03CEDA4C4E}">
      <dsp:nvSpPr>
        <dsp:cNvPr id="0" name=""/>
        <dsp:cNvSpPr/>
      </dsp:nvSpPr>
      <dsp:spPr>
        <a:xfrm>
          <a:off x="4969982" y="1478626"/>
          <a:ext cx="1409765" cy="563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Propiedad = dato del objeto.</a:t>
          </a:r>
          <a:endParaRPr lang="en-US" sz="1100" kern="1200"/>
        </a:p>
      </dsp:txBody>
      <dsp:txXfrm>
        <a:off x="4969982" y="1478626"/>
        <a:ext cx="1409765" cy="563906"/>
      </dsp:txXfrm>
    </dsp:sp>
    <dsp:sp modelId="{3F00F0AA-C4DB-4B09-BB10-7E1F722BB057}">
      <dsp:nvSpPr>
        <dsp:cNvPr id="0" name=""/>
        <dsp:cNvSpPr/>
      </dsp:nvSpPr>
      <dsp:spPr>
        <a:xfrm>
          <a:off x="6901361" y="350814"/>
          <a:ext cx="859957" cy="85995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B2D34A-90C3-4B2B-A7DF-A369C5F9F8C6}">
      <dsp:nvSpPr>
        <dsp:cNvPr id="0" name=""/>
        <dsp:cNvSpPr/>
      </dsp:nvSpPr>
      <dsp:spPr>
        <a:xfrm>
          <a:off x="7084630" y="534083"/>
          <a:ext cx="493417" cy="49341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304AE7-FFF4-41F2-B1A2-9AB6FDF66B94}">
      <dsp:nvSpPr>
        <dsp:cNvPr id="0" name=""/>
        <dsp:cNvSpPr/>
      </dsp:nvSpPr>
      <dsp:spPr>
        <a:xfrm>
          <a:off x="6626457" y="1478626"/>
          <a:ext cx="1409765" cy="563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Método = función del objeto.</a:t>
          </a:r>
          <a:endParaRPr lang="en-US" sz="1100" kern="1200"/>
        </a:p>
      </dsp:txBody>
      <dsp:txXfrm>
        <a:off x="6626457" y="1478626"/>
        <a:ext cx="1409765" cy="563906"/>
      </dsp:txXfrm>
    </dsp:sp>
    <dsp:sp modelId="{DE36D341-5DC4-49E9-8203-6B8C2C15F4A4}">
      <dsp:nvSpPr>
        <dsp:cNvPr id="0" name=""/>
        <dsp:cNvSpPr/>
      </dsp:nvSpPr>
      <dsp:spPr>
        <a:xfrm>
          <a:off x="8557836" y="350814"/>
          <a:ext cx="859957" cy="85995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749D4D-123B-4218-927C-5B98CB17D396}">
      <dsp:nvSpPr>
        <dsp:cNvPr id="0" name=""/>
        <dsp:cNvSpPr/>
      </dsp:nvSpPr>
      <dsp:spPr>
        <a:xfrm>
          <a:off x="8741105" y="534083"/>
          <a:ext cx="493417" cy="49341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96921B-069F-4C1F-B580-81D41510FD9C}">
      <dsp:nvSpPr>
        <dsp:cNvPr id="0" name=""/>
        <dsp:cNvSpPr/>
      </dsp:nvSpPr>
      <dsp:spPr>
        <a:xfrm>
          <a:off x="8282931" y="1478626"/>
          <a:ext cx="1409765" cy="563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innerHTML = propiedad que modifica el contenido HTML interno</a:t>
          </a:r>
          <a:endParaRPr lang="en-US" sz="1100" kern="1200"/>
        </a:p>
      </dsp:txBody>
      <dsp:txXfrm>
        <a:off x="8282931" y="1478626"/>
        <a:ext cx="1409765" cy="5639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8ADA24-43DF-4EE6-8964-E8A39D0AB08C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98C43-11AB-4503-BD61-9F1FC11029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9878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98C43-11AB-4503-BD61-9F1FC1102903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8032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87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35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23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37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697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306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15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78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189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24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97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112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8" name="Rectangle 8207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194" name="Picture 2" descr="¿Qué es el DOM? El significado del Modelo de Objeto de Documento en JavaScript">
            <a:extLst>
              <a:ext uri="{FF2B5EF4-FFF2-40B4-BE49-F238E27FC236}">
                <a16:creationId xmlns:a16="http://schemas.microsoft.com/office/drawing/2014/main" id="{155F81BB-0A86-04EF-6985-C4BC0E49C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96" r="-1" b="7695"/>
          <a:stretch>
            <a:fillRect/>
          </a:stretch>
        </p:blipFill>
        <p:spPr bwMode="auto">
          <a:xfrm>
            <a:off x="20" y="10"/>
            <a:ext cx="121889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10" name="Rectangle 8209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30C478-848A-CE37-61BE-4FCACBB60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309511"/>
          </a:xfrm>
        </p:spPr>
        <p:txBody>
          <a:bodyPr anchor="t">
            <a:noAutofit/>
          </a:bodyPr>
          <a:lstStyle/>
          <a:p>
            <a:pPr algn="ctr"/>
            <a:r>
              <a:rPr lang="es-ES" sz="5400" dirty="0"/>
              <a:t>UD 4 - UTILIZACIÓN DEL </a:t>
            </a:r>
            <a:br>
              <a:rPr lang="es-ES" sz="5400" dirty="0"/>
            </a:br>
            <a:r>
              <a:rPr lang="es-ES" sz="5400" dirty="0"/>
              <a:t>MODELO DE OBJETOS </a:t>
            </a:r>
            <a:br>
              <a:rPr lang="es-ES" sz="5400" dirty="0"/>
            </a:br>
            <a:r>
              <a:rPr lang="es-ES" sz="5400" dirty="0"/>
              <a:t>DEL DOM</a:t>
            </a:r>
            <a:br>
              <a:rPr lang="es-ES" sz="5400" dirty="0"/>
            </a:br>
            <a:endParaRPr lang="es-ES" sz="5400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E067BF-A1FD-31F4-96CD-4197C7E94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77725" y="5951622"/>
            <a:ext cx="4106997" cy="1066898"/>
          </a:xfrm>
        </p:spPr>
        <p:txBody>
          <a:bodyPr anchor="t">
            <a:normAutofit/>
          </a:bodyPr>
          <a:lstStyle/>
          <a:p>
            <a:r>
              <a:rPr lang="es-ES" b="1" dirty="0">
                <a:solidFill>
                  <a:srgbClr val="FFFFFF"/>
                </a:solidFill>
              </a:rPr>
              <a:t>Presentación realizada por:  Lorenzo Pérez Carbonell</a:t>
            </a:r>
          </a:p>
        </p:txBody>
      </p:sp>
      <p:sp>
        <p:nvSpPr>
          <p:cNvPr id="8212" name="Rectangle 8211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214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DCF4C-87CE-AD7B-B0E7-41F136B9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50392"/>
          </a:xfrm>
        </p:spPr>
        <p:txBody>
          <a:bodyPr/>
          <a:lstStyle/>
          <a:p>
            <a:r>
              <a:rPr lang="es-ES" dirty="0"/>
              <a:t>Actividad 27 – Generador Sprite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9567F5-F476-EF93-3819-E3B995884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37347"/>
            <a:ext cx="11155680" cy="4308589"/>
          </a:xfrm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4200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B08FB-3A56-CFBB-FB0E-5F061CBE0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1DA48-D49D-FCB4-7C1C-43C66AC22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50392"/>
          </a:xfrm>
        </p:spPr>
        <p:txBody>
          <a:bodyPr/>
          <a:lstStyle/>
          <a:p>
            <a:r>
              <a:rPr lang="es-ES" dirty="0"/>
              <a:t>Actividad 28 – Vassili Zaitsev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7BE90F-B0C7-A8BA-925B-8C5BCE035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37347"/>
            <a:ext cx="11155680" cy="4308589"/>
          </a:xfrm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47947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Freeform: Shape 1035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46" name="Freeform: Shape 1037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47" name="Rectangle 1039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8" name="Picture 4" descr="código del programa en la pantalla del ordenador en la lupa. primer plano. - javascript fotografías e imágenes de stock">
            <a:extLst>
              <a:ext uri="{FF2B5EF4-FFF2-40B4-BE49-F238E27FC236}">
                <a16:creationId xmlns:a16="http://schemas.microsoft.com/office/drawing/2014/main" id="{F6A21713-3739-1E8A-E017-DCFBBDD33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61" r="-1" b="10230"/>
          <a:stretch>
            <a:fillRect/>
          </a:stretch>
        </p:blipFill>
        <p:spPr bwMode="auto">
          <a:xfrm>
            <a:off x="20" y="10"/>
            <a:ext cx="121889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8" name="Rectangle 1041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7173D68-A7C2-9195-CE39-A04C950EC2B3}"/>
              </a:ext>
            </a:extLst>
          </p:cNvPr>
          <p:cNvSpPr txBox="1"/>
          <p:nvPr/>
        </p:nvSpPr>
        <p:spPr>
          <a:xfrm>
            <a:off x="4055606" y="1165449"/>
            <a:ext cx="7615477" cy="33369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El DOM, Node, Element y la manipulación de propiedades en JavaScript</a:t>
            </a: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064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00EFF7-2AD4-092C-F15B-F66208C25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65" name="Rectangle 9264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218" name="Picture 2" descr="Ejemplo de alteración de los elementos del DOM">
            <a:extLst>
              <a:ext uri="{FF2B5EF4-FFF2-40B4-BE49-F238E27FC236}">
                <a16:creationId xmlns:a16="http://schemas.microsoft.com/office/drawing/2014/main" id="{9E992B60-5A03-6F12-2DCE-4FC3F8AFC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7" r="-1" b="12721"/>
          <a:stretch>
            <a:fillRect/>
          </a:stretch>
        </p:blipFill>
        <p:spPr bwMode="auto">
          <a:xfrm>
            <a:off x="20" y="10"/>
            <a:ext cx="121889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67" name="Rectangle 9266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69" name="Rectangle 9268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8" name="CuadroTexto 6">
            <a:extLst>
              <a:ext uri="{FF2B5EF4-FFF2-40B4-BE49-F238E27FC236}">
                <a16:creationId xmlns:a16="http://schemas.microsoft.com/office/drawing/2014/main" id="{3E64A820-F5C8-ACB1-BC01-227CF94F57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2255411"/>
              </p:ext>
            </p:extLst>
          </p:nvPr>
        </p:nvGraphicFramePr>
        <p:xfrm>
          <a:off x="1560175" y="1631327"/>
          <a:ext cx="5513832" cy="5024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E5C09A52-07FC-444F-B898-B1549042EC97}"/>
              </a:ext>
            </a:extLst>
          </p:cNvPr>
          <p:cNvSpPr txBox="1"/>
          <p:nvPr/>
        </p:nvSpPr>
        <p:spPr>
          <a:xfrm>
            <a:off x="805543" y="892663"/>
            <a:ext cx="618308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s-ES" sz="4200" b="1" dirty="0">
                <a:latin typeface="+mj-lt"/>
              </a:rPr>
              <a:t>¿Qué es el DOM?</a:t>
            </a:r>
            <a:endParaRPr lang="en-US" sz="4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30038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983CF3-3F4E-5698-7591-3A13411F9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2" name="Freeform: Shape 411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114" name="Rectangle 4113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A0B3531-9628-84B0-A9B4-90EF082287D5}"/>
              </a:ext>
            </a:extLst>
          </p:cNvPr>
          <p:cNvSpPr txBox="1"/>
          <p:nvPr/>
        </p:nvSpPr>
        <p:spPr>
          <a:xfrm>
            <a:off x="521208" y="978408"/>
            <a:ext cx="11155680" cy="11155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 árbol DOM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endParaRPr lang="en-US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116" name="Freeform: Shape 4115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098" name="Picture 2" descr="En este momento estás viendo El DOM y el árbol de Nodos">
            <a:extLst>
              <a:ext uri="{FF2B5EF4-FFF2-40B4-BE49-F238E27FC236}">
                <a16:creationId xmlns:a16="http://schemas.microsoft.com/office/drawing/2014/main" id="{33AE2FAF-B289-BE9B-BCE7-BFAADAFC5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76" r="1" b="1"/>
          <a:stretch>
            <a:fillRect/>
          </a:stretch>
        </p:blipFill>
        <p:spPr bwMode="auto">
          <a:xfrm>
            <a:off x="517869" y="2179647"/>
            <a:ext cx="5578133" cy="4048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99D0003-689A-0B4D-2CBF-89B5FC31E3F6}"/>
              </a:ext>
            </a:extLst>
          </p:cNvPr>
          <p:cNvSpPr txBox="1"/>
          <p:nvPr/>
        </p:nvSpPr>
        <p:spPr>
          <a:xfrm>
            <a:off x="6513576" y="2093976"/>
            <a:ext cx="5157216" cy="4050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000" b="1" dirty="0" err="1"/>
              <a:t>Estructura</a:t>
            </a:r>
            <a:r>
              <a:rPr lang="en-US" sz="2000" b="1" dirty="0"/>
              <a:t> </a:t>
            </a:r>
            <a:r>
              <a:rPr lang="en-US" sz="2000" b="1" dirty="0" err="1"/>
              <a:t>jerárquica</a:t>
            </a:r>
            <a:r>
              <a:rPr lang="en-US" sz="2000" b="1" dirty="0"/>
              <a:t> </a:t>
            </a:r>
            <a:r>
              <a:rPr lang="en-US" sz="2000" dirty="0"/>
              <a:t>en forma de árbol.</a:t>
            </a:r>
          </a:p>
          <a:p>
            <a:pPr marL="228600" lvl="1">
              <a:spcAft>
                <a:spcPts val="600"/>
              </a:spcAft>
            </a:pPr>
            <a:r>
              <a:rPr lang="en-US" sz="2000" dirty="0"/>
              <a:t>• </a:t>
            </a:r>
            <a:r>
              <a:rPr lang="en-US" sz="2000" b="1" dirty="0" err="1"/>
              <a:t>Relaciones</a:t>
            </a:r>
            <a:r>
              <a:rPr lang="en-US" sz="2000" dirty="0"/>
              <a:t>: </a:t>
            </a:r>
            <a:r>
              <a:rPr lang="en-US" sz="2000" b="1" dirty="0"/>
              <a:t>padre</a:t>
            </a:r>
            <a:r>
              <a:rPr lang="en-US" sz="2000" dirty="0"/>
              <a:t> → </a:t>
            </a:r>
            <a:r>
              <a:rPr lang="en-US" sz="2000" b="1" dirty="0" err="1"/>
              <a:t>hijo</a:t>
            </a:r>
            <a:r>
              <a:rPr lang="en-US" sz="2000" dirty="0"/>
              <a:t> → </a:t>
            </a:r>
            <a:r>
              <a:rPr lang="en-US" sz="2000" b="1" dirty="0" err="1"/>
              <a:t>hermanos</a:t>
            </a:r>
            <a:r>
              <a:rPr lang="en-US" sz="2000" dirty="0"/>
              <a:t>.</a:t>
            </a:r>
          </a:p>
          <a:p>
            <a:pPr marL="228600" lvl="1">
              <a:spcAft>
                <a:spcPts val="600"/>
              </a:spcAft>
            </a:pPr>
            <a:r>
              <a:rPr lang="en-US" sz="2000" dirty="0"/>
              <a:t>• Todo </a:t>
            </a:r>
            <a:r>
              <a:rPr lang="en-US" sz="2000" dirty="0" err="1"/>
              <a:t>parte</a:t>
            </a:r>
            <a:r>
              <a:rPr lang="en-US" sz="2000" dirty="0"/>
              <a:t> del </a:t>
            </a:r>
            <a:r>
              <a:rPr lang="en-US" sz="2000" dirty="0" err="1"/>
              <a:t>nodo</a:t>
            </a:r>
            <a:r>
              <a:rPr lang="en-US" sz="2000" dirty="0"/>
              <a:t> </a:t>
            </a:r>
            <a:r>
              <a:rPr lang="en-US" sz="2000" dirty="0" err="1"/>
              <a:t>raíz</a:t>
            </a:r>
            <a:r>
              <a:rPr lang="en-US" sz="2000" dirty="0"/>
              <a:t>: </a:t>
            </a:r>
            <a:r>
              <a:rPr lang="en-US" sz="2000" b="1" dirty="0"/>
              <a:t>document</a:t>
            </a:r>
            <a:r>
              <a:rPr lang="en-US" sz="2000" dirty="0"/>
              <a:t>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>
              <a:spcAft>
                <a:spcPts val="600"/>
              </a:spcAft>
            </a:pPr>
            <a:r>
              <a:rPr lang="en-US" sz="2000" b="1" dirty="0" err="1"/>
              <a:t>Diagrama</a:t>
            </a:r>
            <a:r>
              <a:rPr lang="en-US" sz="2000" b="1" dirty="0"/>
              <a:t> ASCII simple:</a:t>
            </a:r>
          </a:p>
          <a:p>
            <a:pPr marL="0" lvl="1">
              <a:spcAft>
                <a:spcPts val="600"/>
              </a:spcAft>
            </a:pPr>
            <a:r>
              <a:rPr lang="en-US" sz="2000" dirty="0"/>
              <a:t>	</a:t>
            </a:r>
            <a:r>
              <a:rPr lang="en-US" sz="2000" b="1" dirty="0"/>
              <a:t>document </a:t>
            </a:r>
          </a:p>
          <a:p>
            <a:pPr marL="0" lvl="1">
              <a:spcAft>
                <a:spcPts val="600"/>
              </a:spcAft>
            </a:pPr>
            <a:r>
              <a:rPr lang="en-US" sz="2000" b="1" dirty="0"/>
              <a:t>	└── html      </a:t>
            </a:r>
          </a:p>
          <a:p>
            <a:pPr marL="0" lvl="1">
              <a:spcAft>
                <a:spcPts val="600"/>
              </a:spcAft>
            </a:pPr>
            <a:r>
              <a:rPr lang="en-US" sz="2000" b="1" dirty="0"/>
              <a:t>		├── head      </a:t>
            </a:r>
          </a:p>
          <a:p>
            <a:pPr marL="0" lvl="1">
              <a:spcAft>
                <a:spcPts val="600"/>
              </a:spcAft>
            </a:pPr>
            <a:r>
              <a:rPr lang="en-US" sz="2000" b="1" dirty="0"/>
              <a:t>		└── body           </a:t>
            </a:r>
          </a:p>
          <a:p>
            <a:pPr marL="0" lvl="1">
              <a:spcAft>
                <a:spcPts val="600"/>
              </a:spcAft>
            </a:pPr>
            <a:r>
              <a:rPr lang="en-US" sz="2000" b="1" dirty="0"/>
              <a:t>			├── h1           </a:t>
            </a:r>
          </a:p>
          <a:p>
            <a:pPr marL="0" lvl="1">
              <a:spcAft>
                <a:spcPts val="600"/>
              </a:spcAft>
            </a:pPr>
            <a:r>
              <a:rPr lang="en-US" sz="2000" b="1" dirty="0"/>
              <a:t>			└── p</a:t>
            </a:r>
          </a:p>
        </p:txBody>
      </p:sp>
    </p:spTree>
    <p:extLst>
      <p:ext uri="{BB962C8B-B14F-4D97-AF65-F5344CB8AC3E}">
        <p14:creationId xmlns:p14="http://schemas.microsoft.com/office/powerpoint/2010/main" val="2200170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5E969F-7B59-6442-A38D-3C92942FD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D793413-FF10-279F-A068-1849AC5AD6DE}"/>
              </a:ext>
            </a:extLst>
          </p:cNvPr>
          <p:cNvSpPr txBox="1"/>
          <p:nvPr/>
        </p:nvSpPr>
        <p:spPr>
          <a:xfrm>
            <a:off x="391668" y="818220"/>
            <a:ext cx="4745736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Interfaz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Node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endParaRPr lang="en-US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30" name="Picture 6" descr="Construcción de Interfaces de Terminal con Node.js">
            <a:extLst>
              <a:ext uri="{FF2B5EF4-FFF2-40B4-BE49-F238E27FC236}">
                <a16:creationId xmlns:a16="http://schemas.microsoft.com/office/drawing/2014/main" id="{E071FAA4-53D3-11B6-456D-F87E403D1B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70" t="8044" r="22487" b="3314"/>
          <a:stretch>
            <a:fillRect/>
          </a:stretch>
        </p:blipFill>
        <p:spPr bwMode="auto">
          <a:xfrm>
            <a:off x="6094476" y="989294"/>
            <a:ext cx="5705856" cy="5182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6407" y="508090"/>
            <a:ext cx="4660733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85A7960-0BEC-B5D4-8F57-3AC590796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47" y="1789231"/>
            <a:ext cx="5120640" cy="456067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ES" sz="2400" b="0" i="0" u="none" strike="noStrike" cap="none" normalizeH="0" baseline="0" dirty="0">
                <a:ln>
                  <a:noFill/>
                </a:ln>
                <a:effectLst/>
              </a:rPr>
              <a:t>Es la </a:t>
            </a:r>
            <a:r>
              <a:rPr kumimoji="0" lang="en-US" altLang="es-ES" sz="2400" b="1" i="0" u="none" strike="noStrike" cap="none" normalizeH="0" baseline="0" dirty="0">
                <a:ln>
                  <a:noFill/>
                </a:ln>
                <a:effectLst/>
              </a:rPr>
              <a:t>base</a:t>
            </a:r>
            <a:r>
              <a:rPr kumimoji="0" lang="en-US" altLang="es-ES" sz="2400" b="0" i="0" u="none" strike="noStrike" cap="none" normalizeH="0" baseline="0" dirty="0">
                <a:ln>
                  <a:noFill/>
                </a:ln>
                <a:effectLst/>
              </a:rPr>
              <a:t> de </a:t>
            </a:r>
            <a:r>
              <a:rPr kumimoji="0" lang="en-US" altLang="es-ES" sz="2400" b="0" i="0" u="none" strike="noStrike" cap="none" normalizeH="0" baseline="0" dirty="0" err="1">
                <a:ln>
                  <a:noFill/>
                </a:ln>
                <a:effectLst/>
              </a:rPr>
              <a:t>todos</a:t>
            </a:r>
            <a:r>
              <a:rPr kumimoji="0" lang="en-US" altLang="es-ES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s-ES" sz="2400" b="0" i="0" u="none" strike="noStrike" cap="none" normalizeH="0" baseline="0" dirty="0" err="1">
                <a:ln>
                  <a:noFill/>
                </a:ln>
                <a:effectLst/>
              </a:rPr>
              <a:t>los</a:t>
            </a:r>
            <a:r>
              <a:rPr kumimoji="0" lang="en-US" altLang="es-ES" sz="2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s-ES" sz="2400" b="0" i="0" u="none" strike="noStrike" cap="none" normalizeH="0" baseline="0" dirty="0" err="1">
                <a:ln>
                  <a:noFill/>
                </a:ln>
                <a:effectLst/>
              </a:rPr>
              <a:t>nodos</a:t>
            </a:r>
            <a:r>
              <a:rPr kumimoji="0" lang="en-US" altLang="es-ES" sz="2400" b="0" i="0" u="none" strike="noStrike" cap="none" normalizeH="0" baseline="0" dirty="0">
                <a:ln>
                  <a:noFill/>
                </a:ln>
                <a:effectLst/>
              </a:rPr>
              <a:t> del DOM.</a:t>
            </a:r>
          </a:p>
          <a:p>
            <a:pPr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s-E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ES" sz="2400" b="1" i="0" u="none" strike="noStrike" cap="none" normalizeH="0" baseline="0" dirty="0" err="1">
                <a:ln>
                  <a:noFill/>
                </a:ln>
                <a:effectLst/>
              </a:rPr>
              <a:t>Tipos</a:t>
            </a:r>
            <a:r>
              <a:rPr kumimoji="0" lang="en-US" altLang="es-ES" sz="2400" b="1" i="0" u="none" strike="noStrike" cap="none" normalizeH="0" baseline="0" dirty="0">
                <a:ln>
                  <a:noFill/>
                </a:ln>
                <a:effectLst/>
              </a:rPr>
              <a:t> de Node: </a:t>
            </a:r>
          </a:p>
          <a:p>
            <a:pPr marL="457200" marR="0" lvl="1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ES" sz="2400" b="0" i="0" u="none" strike="noStrike" cap="none" normalizeH="0" baseline="0" dirty="0">
                <a:ln>
                  <a:noFill/>
                </a:ln>
                <a:effectLst/>
              </a:rPr>
              <a:t>Document </a:t>
            </a:r>
          </a:p>
          <a:p>
            <a:pPr marL="457200" marR="0" lvl="1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ES" sz="2400" b="0" i="0" u="none" strike="noStrike" cap="none" normalizeH="0" baseline="0" dirty="0">
                <a:ln>
                  <a:noFill/>
                </a:ln>
                <a:effectLst/>
              </a:rPr>
              <a:t>Element </a:t>
            </a:r>
          </a:p>
          <a:p>
            <a:pPr marL="457200" marR="0" lvl="1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ES" sz="2400" b="0" i="0" u="none" strike="noStrike" cap="none" normalizeH="0" baseline="0" dirty="0">
                <a:ln>
                  <a:noFill/>
                </a:ln>
                <a:effectLst/>
              </a:rPr>
              <a:t>Text </a:t>
            </a:r>
          </a:p>
          <a:p>
            <a:pPr marL="457200" marR="0" lvl="1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ES" sz="2400" b="0" i="0" u="none" strike="noStrike" cap="none" normalizeH="0" baseline="0" dirty="0">
                <a:ln>
                  <a:noFill/>
                </a:ln>
                <a:effectLst/>
              </a:rPr>
              <a:t>Comment </a:t>
            </a:r>
          </a:p>
          <a:p>
            <a:pPr marL="457200" marR="0" lvl="1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s-E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ES" sz="2400" b="1" i="0" u="none" strike="noStrike" cap="none" normalizeH="0" baseline="0" dirty="0" err="1">
                <a:ln>
                  <a:noFill/>
                </a:ln>
                <a:effectLst/>
              </a:rPr>
              <a:t>Métodos</a:t>
            </a:r>
            <a:r>
              <a:rPr kumimoji="0" lang="en-US" altLang="es-ES" sz="24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s-ES" sz="2400" b="1" i="0" u="none" strike="noStrike" cap="none" normalizeH="0" baseline="0" dirty="0" err="1">
                <a:ln>
                  <a:noFill/>
                </a:ln>
                <a:effectLst/>
              </a:rPr>
              <a:t>comunes</a:t>
            </a:r>
            <a:r>
              <a:rPr kumimoji="0" lang="en-US" altLang="es-ES" sz="2400" b="1" i="0" u="none" strike="noStrike" cap="none" normalizeH="0" baseline="0" dirty="0">
                <a:ln>
                  <a:noFill/>
                </a:ln>
                <a:effectLst/>
              </a:rPr>
              <a:t>: </a:t>
            </a:r>
          </a:p>
          <a:p>
            <a:pPr lvl="1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s-ES" sz="2400" i="0" u="none" strike="noStrike" cap="none" normalizeH="0" baseline="0" dirty="0" err="1">
                <a:ln>
                  <a:noFill/>
                </a:ln>
                <a:effectLst/>
              </a:rPr>
              <a:t>parentNode</a:t>
            </a:r>
            <a:r>
              <a:rPr kumimoji="0" lang="en-US" altLang="es-ES" sz="240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 lvl="1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s-ES" sz="2400" i="0" u="none" strike="noStrike" cap="none" normalizeH="0" baseline="0" dirty="0" err="1">
                <a:ln>
                  <a:noFill/>
                </a:ln>
                <a:effectLst/>
              </a:rPr>
              <a:t>childNodes</a:t>
            </a:r>
            <a:r>
              <a:rPr kumimoji="0" lang="en-US" altLang="es-ES" sz="240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 lvl="1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s-ES" sz="2400" i="0" u="none" strike="noStrike" cap="none" normalizeH="0" baseline="0" dirty="0" err="1">
                <a:ln>
                  <a:noFill/>
                </a:ln>
                <a:effectLst/>
              </a:rPr>
              <a:t>cloneNode</a:t>
            </a:r>
            <a:r>
              <a:rPr kumimoji="0" lang="en-US" altLang="es-ES" sz="2400" i="0" u="none" strike="noStrike" cap="none" normalizeH="0" baseline="0" dirty="0">
                <a:ln>
                  <a:noFill/>
                </a:ln>
                <a:effectLst/>
              </a:rPr>
              <a:t>() </a:t>
            </a:r>
          </a:p>
          <a:p>
            <a:pPr lvl="1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s-ES" sz="2400" i="0" u="none" strike="noStrike" cap="none" normalizeH="0" baseline="0" dirty="0" err="1">
                <a:ln>
                  <a:noFill/>
                </a:ln>
                <a:effectLst/>
              </a:rPr>
              <a:t>removeChild</a:t>
            </a:r>
            <a:r>
              <a:rPr kumimoji="0" lang="en-US" altLang="es-ES" sz="2400" i="0" u="none" strike="noStrike" cap="none" normalizeH="0" baseline="0" dirty="0">
                <a:ln>
                  <a:noFill/>
                </a:ln>
                <a:effectLst/>
              </a:rPr>
              <a:t>() 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s-ES" sz="13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5612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164696-F8ED-6BD1-D1A3-E5C64B363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Freeform: Shape 2102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05" name="Rectangle 2104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221507D-C67E-2708-F6E0-9ED3ACF0FA9B}"/>
              </a:ext>
            </a:extLst>
          </p:cNvPr>
          <p:cNvSpPr txBox="1"/>
          <p:nvPr/>
        </p:nvSpPr>
        <p:spPr>
          <a:xfrm>
            <a:off x="6153912" y="978408"/>
            <a:ext cx="5513832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Interfaz Element</a:t>
            </a:r>
          </a:p>
        </p:txBody>
      </p:sp>
      <p:pic>
        <p:nvPicPr>
          <p:cNvPr id="2054" name="Picture 6" descr="Old user interface elements, retro message box with buttons. Vaporwave and retrowave style aesthetics.">
            <a:extLst>
              <a:ext uri="{FF2B5EF4-FFF2-40B4-BE49-F238E27FC236}">
                <a16:creationId xmlns:a16="http://schemas.microsoft.com/office/drawing/2014/main" id="{170778EC-D840-BF7E-D85A-363E17A8BA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" r="43651" b="7408"/>
          <a:stretch>
            <a:fillRect/>
          </a:stretch>
        </p:blipFill>
        <p:spPr bwMode="auto">
          <a:xfrm>
            <a:off x="223952" y="1165459"/>
            <a:ext cx="5534375" cy="4737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07" name="Freeform: Shape 2106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554671D-C476-65EE-9677-55056A5BB859}"/>
              </a:ext>
            </a:extLst>
          </p:cNvPr>
          <p:cNvSpPr txBox="1"/>
          <p:nvPr/>
        </p:nvSpPr>
        <p:spPr>
          <a:xfrm>
            <a:off x="6454216" y="1874018"/>
            <a:ext cx="5513832" cy="3767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Hereda de Node.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Representa</a:t>
            </a:r>
            <a:r>
              <a:rPr lang="en-US" sz="2000" b="1" dirty="0"/>
              <a:t> </a:t>
            </a:r>
            <a:r>
              <a:rPr lang="en-US" sz="2000" b="1" dirty="0" err="1"/>
              <a:t>etiquetas</a:t>
            </a:r>
            <a:r>
              <a:rPr lang="en-US" sz="2000" b="1" dirty="0"/>
              <a:t> HTML reales.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Tiene propiedades y </a:t>
            </a:r>
            <a:r>
              <a:rPr lang="en-US" sz="2000" dirty="0" err="1"/>
              <a:t>métodos</a:t>
            </a:r>
            <a:r>
              <a:rPr lang="en-US" sz="2000" dirty="0"/>
              <a:t> </a:t>
            </a:r>
            <a:r>
              <a:rPr lang="en-US" sz="2000" dirty="0" err="1"/>
              <a:t>específicos</a:t>
            </a:r>
            <a:r>
              <a:rPr lang="en-US" sz="2000" dirty="0"/>
              <a:t>:</a:t>
            </a:r>
          </a:p>
          <a:p>
            <a:pPr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className</a:t>
            </a:r>
            <a:endParaRPr lang="en-US" sz="2000" dirty="0"/>
          </a:p>
          <a:p>
            <a:pPr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id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innerHTML</a:t>
            </a:r>
            <a:endParaRPr lang="en-US" sz="2000" b="1" dirty="0"/>
          </a:p>
          <a:p>
            <a:pPr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getAttribute</a:t>
            </a:r>
            <a:r>
              <a:rPr lang="en-US" sz="2000" dirty="0"/>
              <a:t>()</a:t>
            </a:r>
          </a:p>
          <a:p>
            <a:pPr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setAttribute</a:t>
            </a:r>
            <a:r>
              <a:rPr lang="en-US" sz="2000" dirty="0"/>
              <a:t>()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Nota:</a:t>
            </a:r>
            <a:r>
              <a:rPr lang="en-US" sz="2000" dirty="0"/>
              <a:t> Un Element es un Node </a:t>
            </a:r>
            <a:r>
              <a:rPr lang="en-US" sz="2000" dirty="0" err="1"/>
              <a:t>especializado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9034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9D1422-CCF0-1704-70E0-96A5AA359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6" name="Freeform: Shape 5135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5138" name="Rectangle 5137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CD53E1A-D31A-C35A-5DBE-38D4E2EAA171}"/>
              </a:ext>
            </a:extLst>
          </p:cNvPr>
          <p:cNvSpPr txBox="1"/>
          <p:nvPr/>
        </p:nvSpPr>
        <p:spPr>
          <a:xfrm>
            <a:off x="429858" y="259618"/>
            <a:ext cx="7353428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Propiedad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vs 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Método en JS</a:t>
            </a:r>
          </a:p>
        </p:txBody>
      </p:sp>
      <p:pic>
        <p:nvPicPr>
          <p:cNvPr id="5122" name="Picture 2" descr="Manual de arreglos en JavaScript: Métodos de arreglos de JS explicados con ejemplos">
            <a:extLst>
              <a:ext uri="{FF2B5EF4-FFF2-40B4-BE49-F238E27FC236}">
                <a16:creationId xmlns:a16="http://schemas.microsoft.com/office/drawing/2014/main" id="{8333DEEE-41F4-3CBE-C551-D286B3ADA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11" r="23946"/>
          <a:stretch>
            <a:fillRect/>
          </a:stretch>
        </p:blipFill>
        <p:spPr bwMode="auto">
          <a:xfrm>
            <a:off x="6121318" y="905841"/>
            <a:ext cx="5549765" cy="5515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40" name="Freeform: Shape 5139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6407" y="508090"/>
            <a:ext cx="4660733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78F060-38EF-0109-0102-049E6211E004}"/>
              </a:ext>
            </a:extLst>
          </p:cNvPr>
          <p:cNvSpPr txBox="1"/>
          <p:nvPr/>
        </p:nvSpPr>
        <p:spPr>
          <a:xfrm>
            <a:off x="517869" y="1722658"/>
            <a:ext cx="5085580" cy="4362077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0" b="1" dirty="0" err="1"/>
              <a:t>Propiedad</a:t>
            </a:r>
            <a:endParaRPr lang="en-US" sz="8000" b="1" dirty="0"/>
          </a:p>
          <a:p>
            <a:pPr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0" dirty="0"/>
              <a:t>Es un </a:t>
            </a:r>
            <a:r>
              <a:rPr lang="en-US" sz="8000" dirty="0" err="1"/>
              <a:t>dato</a:t>
            </a:r>
            <a:r>
              <a:rPr lang="en-US" sz="8000" dirty="0"/>
              <a:t> del </a:t>
            </a:r>
            <a:r>
              <a:rPr lang="en-US" sz="8000" dirty="0" err="1"/>
              <a:t>objeto</a:t>
            </a:r>
            <a:r>
              <a:rPr lang="en-US" sz="8000" dirty="0"/>
              <a:t>.</a:t>
            </a:r>
          </a:p>
          <a:p>
            <a:pPr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0" dirty="0"/>
              <a:t>Se </a:t>
            </a:r>
            <a:r>
              <a:rPr lang="en-US" sz="8000" dirty="0" err="1"/>
              <a:t>asigna</a:t>
            </a:r>
            <a:r>
              <a:rPr lang="en-US" sz="8000" dirty="0"/>
              <a:t> con =.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80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0" dirty="0"/>
              <a:t> </a:t>
            </a:r>
            <a:r>
              <a:rPr lang="en-US" sz="8000" b="1" dirty="0" err="1"/>
              <a:t>Ejemplo</a:t>
            </a:r>
            <a:r>
              <a:rPr lang="en-US" sz="8000" dirty="0"/>
              <a:t>:</a:t>
            </a:r>
          </a:p>
          <a:p>
            <a:pPr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0" b="1" dirty="0" err="1"/>
              <a:t>elemento.className</a:t>
            </a:r>
            <a:r>
              <a:rPr lang="en-US" sz="8000" b="1" dirty="0"/>
              <a:t> = "</a:t>
            </a:r>
            <a:r>
              <a:rPr lang="en-US" sz="8000" b="1" dirty="0" err="1"/>
              <a:t>cuadrado</a:t>
            </a:r>
            <a:r>
              <a:rPr lang="en-US" sz="8000" b="1" dirty="0"/>
              <a:t>";</a:t>
            </a:r>
          </a:p>
          <a:p>
            <a:pPr indent="-228600" algn="ctr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80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80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0" b="1" dirty="0"/>
              <a:t>Método</a:t>
            </a:r>
          </a:p>
          <a:p>
            <a:pPr marL="74295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0" dirty="0"/>
              <a:t>Es </a:t>
            </a:r>
            <a:r>
              <a:rPr lang="en-US" sz="8000" dirty="0" err="1"/>
              <a:t>una</a:t>
            </a:r>
            <a:r>
              <a:rPr lang="en-US" sz="8000" dirty="0"/>
              <a:t> </a:t>
            </a:r>
            <a:r>
              <a:rPr lang="en-US" sz="8000" dirty="0" err="1"/>
              <a:t>función</a:t>
            </a:r>
            <a:r>
              <a:rPr lang="en-US" sz="8000" dirty="0"/>
              <a:t> </a:t>
            </a:r>
            <a:r>
              <a:rPr lang="en-US" sz="8000" dirty="0" err="1"/>
              <a:t>dentro</a:t>
            </a:r>
            <a:r>
              <a:rPr lang="en-US" sz="8000" dirty="0"/>
              <a:t> del </a:t>
            </a:r>
            <a:r>
              <a:rPr lang="en-US" sz="8000" dirty="0" err="1"/>
              <a:t>objeto</a:t>
            </a:r>
            <a:r>
              <a:rPr lang="en-US" sz="8000" dirty="0"/>
              <a:t>.</a:t>
            </a:r>
          </a:p>
          <a:p>
            <a:pPr marL="74295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0" dirty="0"/>
              <a:t>Se </a:t>
            </a:r>
            <a:r>
              <a:rPr lang="en-US" sz="8000" dirty="0" err="1"/>
              <a:t>ejecuta</a:t>
            </a:r>
            <a:r>
              <a:rPr lang="en-US" sz="8000" dirty="0"/>
              <a:t> con </a:t>
            </a:r>
            <a:r>
              <a:rPr lang="en-US" sz="8000" dirty="0" err="1"/>
              <a:t>paréntesis</a:t>
            </a:r>
            <a:r>
              <a:rPr lang="en-US" sz="8000" dirty="0"/>
              <a:t>.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80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0" b="1" dirty="0" err="1"/>
              <a:t>Ejemplo</a:t>
            </a:r>
            <a:r>
              <a:rPr lang="en-US" sz="8000" dirty="0"/>
              <a:t>:	</a:t>
            </a:r>
          </a:p>
          <a:p>
            <a:pPr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0" b="1" dirty="0" err="1"/>
              <a:t>elemento.setAttribute</a:t>
            </a:r>
            <a:r>
              <a:rPr lang="en-US" sz="8000" b="1" dirty="0"/>
              <a:t>("class", "</a:t>
            </a:r>
            <a:r>
              <a:rPr lang="en-US" sz="8000" b="1" dirty="0" err="1"/>
              <a:t>cuadrado</a:t>
            </a:r>
            <a:r>
              <a:rPr lang="en-US" sz="8000" b="1" dirty="0"/>
              <a:t>");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77025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F474FA-E167-E721-08E2-D110D7EDF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0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50CD5D0-F9C5-174D-DCBA-F24BE3CD2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868" y="-19306"/>
            <a:ext cx="9377246" cy="14447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s-ES" sz="4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Comparación directa</a:t>
            </a:r>
          </a:p>
        </p:txBody>
      </p:sp>
      <p:sp>
        <p:nvSpPr>
          <p:cNvPr id="26" name="Freeform: Shape 22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9073A2F-BAD4-FAC6-0C99-FF1CE4036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140779"/>
              </p:ext>
            </p:extLst>
          </p:nvPr>
        </p:nvGraphicFramePr>
        <p:xfrm>
          <a:off x="631372" y="2316482"/>
          <a:ext cx="10733314" cy="1896290"/>
        </p:xfrm>
        <a:graphic>
          <a:graphicData uri="http://schemas.openxmlformats.org/drawingml/2006/table">
            <a:tbl>
              <a:tblPr/>
              <a:tblGrid>
                <a:gridCol w="4582885">
                  <a:extLst>
                    <a:ext uri="{9D8B030D-6E8A-4147-A177-3AD203B41FA5}">
                      <a16:colId xmlns:a16="http://schemas.microsoft.com/office/drawing/2014/main" val="1309457557"/>
                    </a:ext>
                  </a:extLst>
                </a:gridCol>
                <a:gridCol w="2503455">
                  <a:extLst>
                    <a:ext uri="{9D8B030D-6E8A-4147-A177-3AD203B41FA5}">
                      <a16:colId xmlns:a16="http://schemas.microsoft.com/office/drawing/2014/main" val="3744798581"/>
                    </a:ext>
                  </a:extLst>
                </a:gridCol>
                <a:gridCol w="3646974">
                  <a:extLst>
                    <a:ext uri="{9D8B030D-6E8A-4147-A177-3AD203B41FA5}">
                      <a16:colId xmlns:a16="http://schemas.microsoft.com/office/drawing/2014/main" val="3030984517"/>
                    </a:ext>
                  </a:extLst>
                </a:gridCol>
              </a:tblGrid>
              <a:tr h="441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2200" b="1"/>
                        <a:t>Acción</a:t>
                      </a:r>
                    </a:p>
                  </a:txBody>
                  <a:tcPr marL="84849" marR="84849" marT="42424" marB="4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alpha val="6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2200" b="1"/>
                        <a:t>Tipo</a:t>
                      </a:r>
                    </a:p>
                  </a:txBody>
                  <a:tcPr marL="84849" marR="84849" marT="42424" marB="4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alpha val="6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2200" b="1"/>
                        <a:t>Qué hace</a:t>
                      </a:r>
                    </a:p>
                  </a:txBody>
                  <a:tcPr marL="84849" marR="84849" marT="42424" marB="4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alpha val="67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22064"/>
                  </a:ext>
                </a:extLst>
              </a:tr>
              <a:tr h="6048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700" b="1" dirty="0">
                          <a:latin typeface="+mn-lt"/>
                        </a:rPr>
                        <a:t>className = "cuadrado"</a:t>
                      </a:r>
                    </a:p>
                  </a:txBody>
                  <a:tcPr marL="84849" marR="84849" marT="42424" marB="4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alpha val="6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700" dirty="0">
                          <a:latin typeface="+mn-lt"/>
                        </a:rPr>
                        <a:t>Propiedad</a:t>
                      </a:r>
                    </a:p>
                  </a:txBody>
                  <a:tcPr marL="84849" marR="84849" marT="42424" marB="4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alpha val="6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700" b="1">
                          <a:latin typeface="+mn-lt"/>
                        </a:rPr>
                        <a:t>Cambia el valor de la propiedad className</a:t>
                      </a:r>
                    </a:p>
                  </a:txBody>
                  <a:tcPr marL="84849" marR="84849" marT="42424" marB="4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alpha val="67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000705"/>
                  </a:ext>
                </a:extLst>
              </a:tr>
              <a:tr h="8500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700" b="1">
                          <a:latin typeface="+mn-lt"/>
                        </a:rPr>
                        <a:t>setAttribute("class","cuadrado")</a:t>
                      </a:r>
                    </a:p>
                  </a:txBody>
                  <a:tcPr marL="84849" marR="84849" marT="42424" marB="4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alpha val="6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700">
                          <a:latin typeface="+mn-lt"/>
                        </a:rPr>
                        <a:t>Método</a:t>
                      </a:r>
                    </a:p>
                  </a:txBody>
                  <a:tcPr marL="84849" marR="84849" marT="42424" marB="4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alpha val="6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700" dirty="0">
                          <a:latin typeface="+mn-lt"/>
                        </a:rPr>
                        <a:t>Ejecuta una función que modifica el atributo HTML</a:t>
                      </a:r>
                    </a:p>
                  </a:txBody>
                  <a:tcPr marL="84849" marR="84849" marT="42424" marB="4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alpha val="67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732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6683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90DAE0-48C0-F42B-C597-3D5EEF075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: Shape 4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51" name="Rectangle 43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95888E0-AA9F-65D7-E53A-F767C4BB6E6A}"/>
              </a:ext>
            </a:extLst>
          </p:cNvPr>
          <p:cNvSpPr txBox="1"/>
          <p:nvPr/>
        </p:nvSpPr>
        <p:spPr>
          <a:xfrm>
            <a:off x="521208" y="978408"/>
            <a:ext cx="4352544" cy="21488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¿Qué pasa con p.innerHTML = "paco paco"?</a:t>
            </a:r>
          </a:p>
        </p:txBody>
      </p:sp>
      <p:sp>
        <p:nvSpPr>
          <p:cNvPr id="52" name="Freeform: Shape 45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B267438-917B-AF8B-B4C8-29DC0BCE9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5" r="4924" b="-2"/>
          <a:stretch>
            <a:fillRect/>
          </a:stretch>
        </p:blipFill>
        <p:spPr>
          <a:xfrm>
            <a:off x="285786" y="3428997"/>
            <a:ext cx="5218902" cy="2917009"/>
          </a:xfrm>
          <a:prstGeom prst="rect">
            <a:avLst/>
          </a:prstGeom>
        </p:spPr>
      </p:pic>
      <p:graphicFrame>
        <p:nvGraphicFramePr>
          <p:cNvPr id="26" name="CuadroTexto 1">
            <a:extLst>
              <a:ext uri="{FF2B5EF4-FFF2-40B4-BE49-F238E27FC236}">
                <a16:creationId xmlns:a16="http://schemas.microsoft.com/office/drawing/2014/main" id="{E0619C26-EFCA-3848-2F29-C9EC167267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6247284"/>
              </p:ext>
            </p:extLst>
          </p:nvPr>
        </p:nvGraphicFramePr>
        <p:xfrm>
          <a:off x="5504688" y="978408"/>
          <a:ext cx="6163056" cy="5394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14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7BBAE-4D99-9BD6-B4BB-F75388CB2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7" name="Freeform: Shape 617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182" name="Rectangle 6181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3DF16AD-C4FF-5096-BF4B-B4B8B7BC42BF}"/>
              </a:ext>
            </a:extLst>
          </p:cNvPr>
          <p:cNvSpPr txBox="1"/>
          <p:nvPr/>
        </p:nvSpPr>
        <p:spPr>
          <a:xfrm>
            <a:off x="521208" y="978408"/>
            <a:ext cx="47548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¿Es un atributo HTML o una propiedad JS?</a:t>
            </a:r>
          </a:p>
        </p:txBody>
      </p:sp>
      <p:sp>
        <p:nvSpPr>
          <p:cNvPr id="6184" name="Rectangle 6183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642689D-E2B7-C870-EDD9-1624971ABB66}"/>
              </a:ext>
            </a:extLst>
          </p:cNvPr>
          <p:cNvSpPr txBox="1"/>
          <p:nvPr/>
        </p:nvSpPr>
        <p:spPr>
          <a:xfrm>
            <a:off x="521207" y="2578608"/>
            <a:ext cx="5324421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just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/>
          </a:p>
          <a:p>
            <a:pPr indent="-228600" algn="just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NO es un </a:t>
            </a:r>
            <a:r>
              <a:rPr lang="en-US" sz="2000" b="1" dirty="0" err="1"/>
              <a:t>atributo</a:t>
            </a:r>
            <a:r>
              <a:rPr lang="en-US" sz="2000" b="1" dirty="0"/>
              <a:t> HTML.</a:t>
            </a:r>
          </a:p>
          <a:p>
            <a:pPr indent="-228600" algn="just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SÍ es </a:t>
            </a:r>
            <a:r>
              <a:rPr lang="en-US" sz="2000" b="1" dirty="0" err="1"/>
              <a:t>una</a:t>
            </a:r>
            <a:r>
              <a:rPr lang="en-US" sz="2000" b="1" dirty="0"/>
              <a:t> </a:t>
            </a:r>
            <a:r>
              <a:rPr lang="en-US" sz="2000" b="1" dirty="0" err="1"/>
              <a:t>propiedad</a:t>
            </a:r>
            <a:r>
              <a:rPr lang="en-US" sz="2000" b="1" dirty="0"/>
              <a:t> del </a:t>
            </a:r>
            <a:r>
              <a:rPr lang="en-US" sz="2000" b="1" dirty="0" err="1"/>
              <a:t>objeto</a:t>
            </a:r>
            <a:r>
              <a:rPr lang="en-US" sz="2000" b="1" dirty="0"/>
              <a:t> Element.</a:t>
            </a:r>
          </a:p>
          <a:p>
            <a:pPr indent="-228600" algn="just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Afecta</a:t>
            </a:r>
            <a:r>
              <a:rPr lang="en-US" sz="2000" b="1" dirty="0"/>
              <a:t> al </a:t>
            </a:r>
            <a:r>
              <a:rPr lang="en-US" sz="2000" b="1" dirty="0" err="1"/>
              <a:t>contenido</a:t>
            </a:r>
            <a:r>
              <a:rPr lang="en-US" sz="2000" b="1" dirty="0"/>
              <a:t> del </a:t>
            </a:r>
            <a:r>
              <a:rPr lang="en-US" sz="2000" b="1" dirty="0" err="1"/>
              <a:t>elemento</a:t>
            </a:r>
            <a:r>
              <a:rPr lang="en-US" sz="2000" b="1" dirty="0"/>
              <a:t>, </a:t>
            </a:r>
            <a:r>
              <a:rPr lang="en-US" sz="2000" b="1" dirty="0" err="1"/>
              <a:t>pero</a:t>
            </a:r>
            <a:r>
              <a:rPr lang="en-US" sz="2000" b="1" dirty="0"/>
              <a:t> no es un </a:t>
            </a:r>
            <a:r>
              <a:rPr lang="en-US" sz="2000" b="1" dirty="0" err="1"/>
              <a:t>atributo</a:t>
            </a:r>
            <a:r>
              <a:rPr lang="en-US" sz="2000" b="1" dirty="0"/>
              <a:t> </a:t>
            </a:r>
            <a:r>
              <a:rPr lang="en-US" sz="2000" b="1" dirty="0" err="1"/>
              <a:t>como</a:t>
            </a:r>
            <a:r>
              <a:rPr lang="en-US" sz="2000" b="1" dirty="0"/>
              <a:t> class o id.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156" name="Picture 12">
            <a:extLst>
              <a:ext uri="{FF2B5EF4-FFF2-40B4-BE49-F238E27FC236}">
                <a16:creationId xmlns:a16="http://schemas.microsoft.com/office/drawing/2014/main" id="{5EAB62FA-1AAD-3950-E88D-11D7CDC94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" r="1753" b="-3"/>
          <a:stretch>
            <a:fillRect/>
          </a:stretch>
        </p:blipFill>
        <p:spPr bwMode="auto">
          <a:xfrm>
            <a:off x="6248400" y="508090"/>
            <a:ext cx="5563951" cy="569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2" descr="Imagen: HTML div: todo lo que necesitas saber sobre el uso de contenedores div">
            <a:extLst>
              <a:ext uri="{FF2B5EF4-FFF2-40B4-BE49-F238E27FC236}">
                <a16:creationId xmlns:a16="http://schemas.microsoft.com/office/drawing/2014/main" id="{7A22A6BC-D9E9-E6E0-54D8-7D7E1D0721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2793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4B988-BCD6-25C0-E436-3FD2D7C6B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6" name="Freeform: Shape 7185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7188" name="Rectangle 7187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DAB71F5-C649-65C7-7E26-2BBF6B0F4855}"/>
              </a:ext>
            </a:extLst>
          </p:cNvPr>
          <p:cNvSpPr txBox="1"/>
          <p:nvPr/>
        </p:nvSpPr>
        <p:spPr>
          <a:xfrm>
            <a:off x="517868" y="843413"/>
            <a:ext cx="4019150" cy="8496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Resumen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final</a:t>
            </a:r>
          </a:p>
        </p:txBody>
      </p:sp>
      <p:sp>
        <p:nvSpPr>
          <p:cNvPr id="7190" name="Rectangle 7189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92" name="Rectangle 7191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170" name="Picture 2" descr="Screenshot-2023-06-03-at-12.06.55-PM">
            <a:extLst>
              <a:ext uri="{FF2B5EF4-FFF2-40B4-BE49-F238E27FC236}">
                <a16:creationId xmlns:a16="http://schemas.microsoft.com/office/drawing/2014/main" id="{98871019-3A92-605E-55A8-9EB3372295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2" t="2259" r="1784" b="10310"/>
          <a:stretch>
            <a:fillRect/>
          </a:stretch>
        </p:blipFill>
        <p:spPr bwMode="auto">
          <a:xfrm>
            <a:off x="3125941" y="3642518"/>
            <a:ext cx="5940117" cy="3133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194" name="CuadroTexto 1">
            <a:extLst>
              <a:ext uri="{FF2B5EF4-FFF2-40B4-BE49-F238E27FC236}">
                <a16:creationId xmlns:a16="http://schemas.microsoft.com/office/drawing/2014/main" id="{78384414-57A1-59F6-AAC0-2CB92A8BDA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5172264"/>
              </p:ext>
            </p:extLst>
          </p:nvPr>
        </p:nvGraphicFramePr>
        <p:xfrm>
          <a:off x="1333972" y="1422110"/>
          <a:ext cx="9693256" cy="2393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32133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70D935-F213-3946-C7E7-4363A2A85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65" name="Rectangle 10264">
            <a:extLst>
              <a:ext uri="{FF2B5EF4-FFF2-40B4-BE49-F238E27FC236}">
                <a16:creationId xmlns:a16="http://schemas.microsoft.com/office/drawing/2014/main" id="{956C5C09-0043-4549-B800-2101B70D6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8E02F2D-073A-D094-65CB-178D845EF520}"/>
              </a:ext>
            </a:extLst>
          </p:cNvPr>
          <p:cNvSpPr txBox="1"/>
          <p:nvPr/>
        </p:nvSpPr>
        <p:spPr>
          <a:xfrm>
            <a:off x="644064" y="1929047"/>
            <a:ext cx="4206240" cy="35040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atin typeface="+mj-lt"/>
                <a:ea typeface="+mj-ea"/>
                <a:cs typeface="+mj-cs"/>
              </a:rPr>
              <a:t>GRACIAS POR TU ATENCIÓN</a:t>
            </a:r>
          </a:p>
        </p:txBody>
      </p:sp>
      <p:sp>
        <p:nvSpPr>
          <p:cNvPr id="10267" name="Freeform: Shape 10266">
            <a:extLst>
              <a:ext uri="{FF2B5EF4-FFF2-40B4-BE49-F238E27FC236}">
                <a16:creationId xmlns:a16="http://schemas.microsoft.com/office/drawing/2014/main" id="{EFCF1839-0F60-317E-7980-86CB90232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63872" cy="149279"/>
          </a:xfrm>
          <a:custGeom>
            <a:avLst/>
            <a:gdLst>
              <a:gd name="connsiteX0" fmla="*/ 0 w 4063872"/>
              <a:gd name="connsiteY0" fmla="*/ 0 h 149279"/>
              <a:gd name="connsiteX1" fmla="*/ 4063872 w 4063872"/>
              <a:gd name="connsiteY1" fmla="*/ 0 h 149279"/>
              <a:gd name="connsiteX2" fmla="*/ 4063872 w 4063872"/>
              <a:gd name="connsiteY2" fmla="*/ 149279 h 149279"/>
              <a:gd name="connsiteX3" fmla="*/ 0 w 406387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3872" h="149279">
                <a:moveTo>
                  <a:pt x="0" y="0"/>
                </a:moveTo>
                <a:lnTo>
                  <a:pt x="4063872" y="0"/>
                </a:lnTo>
                <a:lnTo>
                  <a:pt x="406387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42" name="Picture 2" descr="Logo Javascript">
            <a:extLst>
              <a:ext uri="{FF2B5EF4-FFF2-40B4-BE49-F238E27FC236}">
                <a16:creationId xmlns:a16="http://schemas.microsoft.com/office/drawing/2014/main" id="{1C4CD83D-D49B-4CE3-D3D5-823560BACF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" r="-6" b="-6"/>
          <a:stretch>
            <a:fillRect/>
          </a:stretch>
        </p:blipFill>
        <p:spPr bwMode="auto">
          <a:xfrm>
            <a:off x="5494367" y="508087"/>
            <a:ext cx="2954173" cy="284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portada">
            <a:extLst>
              <a:ext uri="{FF2B5EF4-FFF2-40B4-BE49-F238E27FC236}">
                <a16:creationId xmlns:a16="http://schemas.microsoft.com/office/drawing/2014/main" id="{3F207C5D-3E02-2D42-FCBD-8185EA343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74" r="36259" b="-2"/>
          <a:stretch>
            <a:fillRect/>
          </a:stretch>
        </p:blipFill>
        <p:spPr bwMode="auto">
          <a:xfrm>
            <a:off x="8704428" y="508087"/>
            <a:ext cx="2954173" cy="284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9" name="Freeform: Shape 10268">
            <a:extLst>
              <a:ext uri="{FF2B5EF4-FFF2-40B4-BE49-F238E27FC236}">
                <a16:creationId xmlns:a16="http://schemas.microsoft.com/office/drawing/2014/main" id="{6CD1E853-6234-143F-F454-D864D8824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069" y="6300216"/>
            <a:ext cx="4068673" cy="45719"/>
          </a:xfrm>
          <a:custGeom>
            <a:avLst/>
            <a:gdLst>
              <a:gd name="connsiteX0" fmla="*/ 0 w 4068673"/>
              <a:gd name="connsiteY0" fmla="*/ 0 h 45719"/>
              <a:gd name="connsiteX1" fmla="*/ 4068673 w 4068673"/>
              <a:gd name="connsiteY1" fmla="*/ 0 h 45719"/>
              <a:gd name="connsiteX2" fmla="*/ 4068673 w 4068673"/>
              <a:gd name="connsiteY2" fmla="*/ 45719 h 45719"/>
              <a:gd name="connsiteX3" fmla="*/ 0 w 4068673"/>
              <a:gd name="connsiteY3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8673" h="45719">
                <a:moveTo>
                  <a:pt x="0" y="0"/>
                </a:moveTo>
                <a:lnTo>
                  <a:pt x="4068673" y="0"/>
                </a:lnTo>
                <a:lnTo>
                  <a:pt x="4068673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44" name="Picture 4" descr="Icono de r/learnjavascript">
            <a:extLst>
              <a:ext uri="{FF2B5EF4-FFF2-40B4-BE49-F238E27FC236}">
                <a16:creationId xmlns:a16="http://schemas.microsoft.com/office/drawing/2014/main" id="{72629AAB-B9DC-F2AC-7FA0-191C1181FF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51" b="190"/>
          <a:stretch>
            <a:fillRect/>
          </a:stretch>
        </p:blipFill>
        <p:spPr bwMode="auto">
          <a:xfrm>
            <a:off x="5494367" y="3599766"/>
            <a:ext cx="2954173" cy="274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Didacticode logo">
            <a:extLst>
              <a:ext uri="{FF2B5EF4-FFF2-40B4-BE49-F238E27FC236}">
                <a16:creationId xmlns:a16="http://schemas.microsoft.com/office/drawing/2014/main" id="{2034ED24-3F76-7CEA-B52B-C3AAF49DD1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2" r="-6" b="-6"/>
          <a:stretch>
            <a:fillRect/>
          </a:stretch>
        </p:blipFill>
        <p:spPr bwMode="auto">
          <a:xfrm>
            <a:off x="8704428" y="3599766"/>
            <a:ext cx="2954173" cy="274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48233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431</Words>
  <Application>Microsoft Office PowerPoint</Application>
  <PresentationFormat>Panorámica</PresentationFormat>
  <Paragraphs>95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Arial</vt:lpstr>
      <vt:lpstr>Bierstadt</vt:lpstr>
      <vt:lpstr>GestaltVTI</vt:lpstr>
      <vt:lpstr>UD 4 - UTILIZACIÓN DEL  MODELO DE OBJETOS  DEL DOM </vt:lpstr>
      <vt:lpstr>Actividad 27 – Generador Sprite</vt:lpstr>
      <vt:lpstr>Actividad 28 – Vassili Zaitsev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Lorenzo Pérez Carbonell</dc:creator>
  <cp:lastModifiedBy>Lorenzo Pérez Carbonell</cp:lastModifiedBy>
  <cp:revision>3</cp:revision>
  <dcterms:created xsi:type="dcterms:W3CDTF">2026-01-15T07:46:11Z</dcterms:created>
  <dcterms:modified xsi:type="dcterms:W3CDTF">2026-01-19T10:09:06Z</dcterms:modified>
</cp:coreProperties>
</file>